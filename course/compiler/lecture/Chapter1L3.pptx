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6" r:id="rId5"/>
    <p:sldId id="261" r:id="rId6"/>
    <p:sldId id="282" r:id="rId7"/>
    <p:sldId id="286" r:id="rId8"/>
    <p:sldId id="288" r:id="rId9"/>
    <p:sldId id="287" r:id="rId10"/>
    <p:sldId id="283" r:id="rId11"/>
  </p:sldIdLst>
  <p:sldSz cx="9144000" cy="6858000" type="screen4x3"/>
  <p:notesSz cx="6858000" cy="9144000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1430" y="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9" d="100"/>
          <a:sy n="99" d="100"/>
        </p:scale>
        <p:origin x="357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91C0301E-2321-4F52-B85E-5901506D265C}" type="datetime1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 algn="r" rtl="0"/>
              <a:t>2020/4/4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06834459-7356-44BF-850D-8B30C4FB3B6B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 algn="r" rtl="0"/>
              <a:t>‹#›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69016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29B22C3-6CB1-491B-AD00-E0837F23A3F3}" type="datetime1">
              <a:rPr lang="zh-CN" altLang="en-US" smtClean="0"/>
              <a:pPr/>
              <a:t>2020/4/4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A3C37BE-C303-496D-B5CD-85F2937540FC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50842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altLang="zh-CN" smtClean="0"/>
              <a:pPr/>
              <a:t>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490571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5778124"/>
            <a:ext cx="9144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sz="1350" noProof="0" dirty="0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9144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sz="1350" noProof="0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28675" y="2292095"/>
            <a:ext cx="7572375" cy="2219691"/>
          </a:xfrm>
        </p:spPr>
        <p:txBody>
          <a:bodyPr rtlCol="0" anchor="ctr">
            <a:normAutofit/>
          </a:bodyPr>
          <a:lstStyle>
            <a:lvl1pPr algn="l" rtl="0">
              <a:defRPr sz="3300" cap="all" baseline="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28674" y="4511785"/>
            <a:ext cx="7572376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350"/>
            </a:lvl1pPr>
            <a:lvl2pPr marL="342900" indent="0" algn="ctr" rtl="0">
              <a:buNone/>
              <a:defRPr sz="1500"/>
            </a:lvl2pPr>
            <a:lvl3pPr marL="685800" indent="0" algn="ctr" rtl="0">
              <a:buNone/>
              <a:defRPr sz="1350"/>
            </a:lvl3pPr>
            <a:lvl4pPr marL="1028700" indent="0" algn="ctr" rtl="0">
              <a:buNone/>
              <a:defRPr sz="1200"/>
            </a:lvl4pPr>
            <a:lvl5pPr marL="1371600" indent="0" algn="ctr" rtl="0">
              <a:buNone/>
              <a:defRPr sz="1200"/>
            </a:lvl5pPr>
            <a:lvl6pPr marL="1714500" indent="0" algn="ctr" rtl="0">
              <a:buNone/>
              <a:defRPr sz="1200"/>
            </a:lvl6pPr>
            <a:lvl7pPr marL="2057400" indent="0" algn="ctr" rtl="0">
              <a:buNone/>
              <a:defRPr sz="1200"/>
            </a:lvl7pPr>
            <a:lvl8pPr marL="2400300" indent="0" algn="ctr" rtl="0">
              <a:buNone/>
              <a:defRPr sz="1200"/>
            </a:lvl8pPr>
            <a:lvl9pPr marL="2743200" indent="0" algn="ctr" rtl="0">
              <a:buNone/>
              <a:defRPr sz="1200"/>
            </a:lvl9pPr>
          </a:lstStyle>
          <a:p>
            <a:pPr rtl="0"/>
            <a:r>
              <a:rPr lang="zh-CN" altLang="en-US" noProof="0"/>
              <a:t>单击以编辑母版副标题样式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7392AAC-879E-4B39-8824-AF6B730A809E}" type="datetime1">
              <a:rPr lang="zh-CN" altLang="en-US" smtClean="0"/>
              <a:pPr/>
              <a:t>2020/4/4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pic>
        <p:nvPicPr>
          <p:cNvPr id="11" name="图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3334" y="0"/>
            <a:ext cx="1310643" cy="2292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75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9BA78444-6099-4C0A-A3A9-C6F3C5D7F289}" type="datetime1">
              <a:rPr lang="zh-CN" altLang="en-US" smtClean="0"/>
              <a:pPr/>
              <a:t>2020/4/4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8687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包含图片的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 12"/>
          <p:cNvGrpSpPr/>
          <p:nvPr/>
        </p:nvGrpSpPr>
        <p:grpSpPr>
          <a:xfrm rot="10800000">
            <a:off x="0" y="5645511"/>
            <a:ext cx="9144000" cy="63125"/>
            <a:chOff x="507492" y="1501519"/>
            <a:chExt cx="8129016" cy="63125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 13"/>
          <p:cNvGrpSpPr/>
          <p:nvPr/>
        </p:nvGrpSpPr>
        <p:grpSpPr>
          <a:xfrm>
            <a:off x="0" y="1143001"/>
            <a:ext cx="9144000" cy="63125"/>
            <a:chOff x="507492" y="1501519"/>
            <a:chExt cx="8129016" cy="63125"/>
          </a:xfrm>
        </p:grpSpPr>
        <p:cxnSp>
          <p:nvCxnSpPr>
            <p:cNvPr id="15" name="直接连接符​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6"/>
          <p:cNvSpPr/>
          <p:nvPr/>
        </p:nvSpPr>
        <p:spPr>
          <a:xfrm>
            <a:off x="0" y="5778124"/>
            <a:ext cx="9144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sz="1350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9144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sz="1350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28675" y="2292095"/>
            <a:ext cx="4300538" cy="2219691"/>
          </a:xfrm>
        </p:spPr>
        <p:txBody>
          <a:bodyPr rtlCol="0" anchor="ctr">
            <a:normAutofit/>
          </a:bodyPr>
          <a:lstStyle>
            <a:lvl1pPr algn="l" rtl="0">
              <a:defRPr sz="3300" cap="all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28675" y="4511785"/>
            <a:ext cx="4300538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35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2900" indent="0" algn="ctr" rtl="0">
              <a:buNone/>
              <a:defRPr sz="1500"/>
            </a:lvl2pPr>
            <a:lvl3pPr marL="685800" indent="0" algn="ctr" rtl="0">
              <a:buNone/>
              <a:defRPr sz="1350"/>
            </a:lvl3pPr>
            <a:lvl4pPr marL="1028700" indent="0" algn="ctr" rtl="0">
              <a:buNone/>
              <a:defRPr sz="1200"/>
            </a:lvl4pPr>
            <a:lvl5pPr marL="1371600" indent="0" algn="ctr" rtl="0">
              <a:buNone/>
              <a:defRPr sz="1200"/>
            </a:lvl5pPr>
            <a:lvl6pPr marL="1714500" indent="0" algn="ctr" rtl="0">
              <a:buNone/>
              <a:defRPr sz="1200"/>
            </a:lvl6pPr>
            <a:lvl7pPr marL="2057400" indent="0" algn="ctr" rtl="0">
              <a:buNone/>
              <a:defRPr sz="1200"/>
            </a:lvl7pPr>
            <a:lvl8pPr marL="2400300" indent="0" algn="ctr" rtl="0">
              <a:buNone/>
              <a:defRPr sz="1200"/>
            </a:lvl8pPr>
            <a:lvl9pPr marL="2743200" indent="0" algn="ctr" rtl="0">
              <a:buNone/>
              <a:defRPr sz="1200"/>
            </a:lvl9pPr>
          </a:lstStyle>
          <a:p>
            <a:pPr rtl="0"/>
            <a:r>
              <a:rPr lang="zh-CN" altLang="en-US" noProof="0"/>
              <a:t>单击以编辑母版副标题样式</a:t>
            </a:r>
            <a:endParaRPr lang="zh-CN" altLang="en-US" noProof="0" dirty="0"/>
          </a:p>
        </p:txBody>
      </p:sp>
      <p:pic>
        <p:nvPicPr>
          <p:cNvPr id="10" name="图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4410" y="0"/>
            <a:ext cx="1310643" cy="2292094"/>
          </a:xfrm>
          <a:prstGeom prst="rect">
            <a:avLst/>
          </a:prstGeom>
        </p:spPr>
      </p:pic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5235798" y="1310656"/>
            <a:ext cx="3908203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 rtlCol="0"/>
          <a:lstStyle>
            <a:lvl1pPr marL="0" indent="0" algn="ctr" rtl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19" name="说明文字"/>
          <p:cNvSpPr/>
          <p:nvPr/>
        </p:nvSpPr>
        <p:spPr>
          <a:xfrm>
            <a:off x="9258300" y="0"/>
            <a:ext cx="971550" cy="6858000"/>
          </a:xfrm>
          <a:prstGeom prst="roundRect">
            <a:avLst>
              <a:gd name="adj" fmla="val 9717"/>
            </a:avLst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rtl="0"/>
            <a:r>
              <a:rPr lang="zh-CN" altLang="en-US" sz="900" b="1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注意：</a:t>
            </a:r>
          </a:p>
          <a:p>
            <a:pPr rtl="0"/>
            <a:r>
              <a:rPr lang="zh-CN" altLang="en-US" sz="900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若要更改此幻灯片上的图像，请选择该图片，并将其删除。然后单击占位符中的图片图标以插入自己的图像。</a:t>
            </a:r>
          </a:p>
        </p:txBody>
      </p:sp>
    </p:spTree>
    <p:extLst>
      <p:ext uri="{BB962C8B-B14F-4D97-AF65-F5344CB8AC3E}">
        <p14:creationId xmlns:p14="http://schemas.microsoft.com/office/powerpoint/2010/main" val="2673943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 7"/>
          <p:cNvGrpSpPr/>
          <p:nvPr/>
        </p:nvGrpSpPr>
        <p:grpSpPr>
          <a:xfrm>
            <a:off x="0" y="2514601"/>
            <a:ext cx="9144000" cy="3194035"/>
            <a:chOff x="647402" y="2514600"/>
            <a:chExt cx="10838688" cy="3194035"/>
          </a:xfrm>
        </p:grpSpPr>
        <p:grpSp>
          <p:nvGrpSpPr>
            <p:cNvPr id="9" name="组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直接连接符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​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矩形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sz="1350" noProof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直接连接符​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​​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8675" y="2971806"/>
            <a:ext cx="7553324" cy="1684150"/>
          </a:xfrm>
        </p:spPr>
        <p:txBody>
          <a:bodyPr rtlCol="0" anchor="ctr">
            <a:normAutofit/>
          </a:bodyPr>
          <a:lstStyle>
            <a:lvl1pPr algn="l" rtl="0">
              <a:defRPr sz="3300" cap="all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28675" y="4655956"/>
            <a:ext cx="7553324" cy="50975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2900" indent="0" algn="l" rtl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l" rtl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l" rtl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l" rtl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l" rtl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l" rtl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l" rtl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l" rtl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F5F6A19-70BF-4380-9A40-68C9536408C6}" type="datetime1">
              <a:rPr lang="zh-CN" altLang="en-US" smtClean="0"/>
              <a:pPr/>
              <a:t>2020/4/4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pic>
        <p:nvPicPr>
          <p:cNvPr id="7" name="图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410" y="0"/>
            <a:ext cx="1337391" cy="2971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67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28675" y="1600201"/>
            <a:ext cx="3686175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600201"/>
            <a:ext cx="3686175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017EB90-196C-4C15-BD31-13E0E0436C73}" type="datetime1">
              <a:rPr lang="zh-CN" altLang="en-US" smtClean="0"/>
              <a:pPr/>
              <a:t>2020/4/4</a:t>
            </a:fld>
            <a:r>
              <a:rPr lang="zh-CN" altLang="en-US" dirty="0"/>
              <a:t>​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27791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28675" y="1600201"/>
            <a:ext cx="3689604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2900" indent="0" algn="l" rtl="0">
              <a:buNone/>
              <a:defRPr sz="1500" b="1"/>
            </a:lvl2pPr>
            <a:lvl3pPr marL="685800" indent="0" algn="l" rtl="0">
              <a:buNone/>
              <a:defRPr sz="1350" b="1"/>
            </a:lvl3pPr>
            <a:lvl4pPr marL="1028700" indent="0" algn="l" rtl="0">
              <a:buNone/>
              <a:defRPr sz="1200" b="1"/>
            </a:lvl4pPr>
            <a:lvl5pPr marL="1371600" indent="0" algn="l" rtl="0">
              <a:buNone/>
              <a:defRPr sz="1200" b="1"/>
            </a:lvl5pPr>
            <a:lvl6pPr marL="1714500" indent="0" algn="l" rtl="0">
              <a:buNone/>
              <a:defRPr sz="1200" b="1"/>
            </a:lvl6pPr>
            <a:lvl7pPr marL="2057400" indent="0" algn="l" rtl="0">
              <a:buNone/>
              <a:defRPr sz="1200" b="1"/>
            </a:lvl7pPr>
            <a:lvl8pPr marL="2400300" indent="0" algn="l" rtl="0">
              <a:buNone/>
              <a:defRPr sz="1200" b="1"/>
            </a:lvl8pPr>
            <a:lvl9pPr marL="2743200" indent="0" algn="l" rtl="0">
              <a:buNone/>
              <a:defRPr sz="1200" b="1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28675" y="2424112"/>
            <a:ext cx="3689604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4583" y="1600201"/>
            <a:ext cx="3689604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2900" indent="0" algn="l" rtl="0">
              <a:buNone/>
              <a:defRPr sz="1500" b="1"/>
            </a:lvl2pPr>
            <a:lvl3pPr marL="685800" indent="0" algn="l" rtl="0">
              <a:buNone/>
              <a:defRPr sz="1350" b="1"/>
            </a:lvl3pPr>
            <a:lvl4pPr marL="1028700" indent="0" algn="l" rtl="0">
              <a:buNone/>
              <a:defRPr sz="1200" b="1"/>
            </a:lvl4pPr>
            <a:lvl5pPr marL="1371600" indent="0" algn="l" rtl="0">
              <a:buNone/>
              <a:defRPr sz="1200" b="1"/>
            </a:lvl5pPr>
            <a:lvl6pPr marL="1714500" indent="0" algn="l" rtl="0">
              <a:buNone/>
              <a:defRPr sz="1200" b="1"/>
            </a:lvl6pPr>
            <a:lvl7pPr marL="2057400" indent="0" algn="l" rtl="0">
              <a:buNone/>
              <a:defRPr sz="1200" b="1"/>
            </a:lvl7pPr>
            <a:lvl8pPr marL="2400300" indent="0" algn="l" rtl="0">
              <a:buNone/>
              <a:defRPr sz="1200" b="1"/>
            </a:lvl8pPr>
            <a:lvl9pPr marL="2743200" indent="0" algn="l" rtl="0">
              <a:buNone/>
              <a:defRPr sz="1200" b="1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4583" y="2424112"/>
            <a:ext cx="3689604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2EC0F41-B48F-4298-A7F6-618EB9D22195}" type="datetime1">
              <a:rPr lang="zh-CN" altLang="en-US" smtClean="0"/>
              <a:pPr/>
              <a:t>2020/4/4</a:t>
            </a:fld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71016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DB2D836-56E8-4B15-857C-14B1A5B3B67B}" type="datetime1">
              <a:rPr lang="zh-CN" altLang="en-US" smtClean="0"/>
              <a:pPr/>
              <a:t>2020/4/4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5811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038D929F-7D8C-4CC3-8AC7-BB9B8FE2DEBF}" type="datetime1">
              <a:rPr lang="zh-CN" altLang="en-US" smtClean="0"/>
              <a:pPr/>
              <a:t>2020/4/4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241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题注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240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31386" y="1600200"/>
            <a:ext cx="4083939" cy="4572001"/>
          </a:xfrm>
        </p:spPr>
        <p:txBody>
          <a:bodyPr rtlCol="0">
            <a:normAutofit/>
          </a:bodyPr>
          <a:lstStyle>
            <a:lvl1pPr algn="l" rtl="0">
              <a:defRPr sz="1500"/>
            </a:lvl1pPr>
            <a:lvl2pPr algn="l" rtl="0">
              <a:defRPr sz="1200"/>
            </a:lvl2pPr>
            <a:lvl3pPr algn="l" rtl="0">
              <a:defRPr sz="1200"/>
            </a:lvl3pPr>
            <a:lvl4pPr algn="l" rtl="0">
              <a:defRPr sz="1050"/>
            </a:lvl4pPr>
            <a:lvl5pPr algn="l" rtl="0">
              <a:defRPr sz="1050"/>
            </a:lvl5pPr>
            <a:lvl6pPr algn="l" rtl="0">
              <a:defRPr sz="1050"/>
            </a:lvl6pPr>
            <a:lvl7pPr algn="l" rtl="0">
              <a:defRPr sz="1050"/>
            </a:lvl7pPr>
            <a:lvl8pPr algn="l" rtl="0">
              <a:defRPr sz="1050"/>
            </a:lvl8pPr>
            <a:lvl9pPr algn="l" rtl="0">
              <a:defRPr sz="105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28675" y="1600200"/>
            <a:ext cx="3288411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900"/>
              </a:spcBef>
              <a:buNone/>
              <a:defRPr sz="1350"/>
            </a:lvl1pPr>
            <a:lvl2pPr marL="342900" indent="0" algn="l" rtl="0">
              <a:buNone/>
              <a:defRPr sz="1050"/>
            </a:lvl2pPr>
            <a:lvl3pPr marL="685800" indent="0" algn="l" rtl="0">
              <a:buNone/>
              <a:defRPr sz="900"/>
            </a:lvl3pPr>
            <a:lvl4pPr marL="1028700" indent="0" algn="l" rtl="0">
              <a:buNone/>
              <a:defRPr sz="750"/>
            </a:lvl4pPr>
            <a:lvl5pPr marL="1371600" indent="0" algn="l" rtl="0">
              <a:buNone/>
              <a:defRPr sz="750"/>
            </a:lvl5pPr>
            <a:lvl6pPr marL="1714500" indent="0" algn="l" rtl="0">
              <a:buNone/>
              <a:defRPr sz="750"/>
            </a:lvl6pPr>
            <a:lvl7pPr marL="2057400" indent="0" algn="l" rtl="0">
              <a:buNone/>
              <a:defRPr sz="750"/>
            </a:lvl7pPr>
            <a:lvl8pPr marL="2400300" indent="0" algn="l" rtl="0">
              <a:buNone/>
              <a:defRPr sz="750"/>
            </a:lvl8pPr>
            <a:lvl9pPr marL="2743200" indent="0" algn="l" rtl="0">
              <a:buNone/>
              <a:defRPr sz="75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7892ACC-8BC8-4C9E-9D2B-0669DA5038B6}" type="datetime1">
              <a:rPr lang="zh-CN" altLang="en-US" smtClean="0"/>
              <a:pPr/>
              <a:t>2020/4/4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6976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491003" y="1600200"/>
            <a:ext cx="4823184" cy="4572001"/>
          </a:xfrm>
        </p:spPr>
        <p:txBody>
          <a:bodyPr tIns="1188720" rtlCol="0">
            <a:normAutofit/>
          </a:bodyPr>
          <a:lstStyle>
            <a:lvl1pPr marL="0" indent="0" algn="ctr" rtl="0">
              <a:buNone/>
              <a:defRPr sz="15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2900" indent="0" algn="l" rtl="0">
              <a:buNone/>
              <a:defRPr sz="2100"/>
            </a:lvl2pPr>
            <a:lvl3pPr marL="685800" indent="0" algn="l" rtl="0">
              <a:buNone/>
              <a:defRPr sz="1800"/>
            </a:lvl3pPr>
            <a:lvl4pPr marL="1028700" indent="0" algn="l" rtl="0">
              <a:buNone/>
              <a:defRPr sz="1500"/>
            </a:lvl4pPr>
            <a:lvl5pPr marL="1371600" indent="0" algn="l" rtl="0">
              <a:buNone/>
              <a:defRPr sz="1500"/>
            </a:lvl5pPr>
            <a:lvl6pPr marL="1714500" indent="0" algn="l" rtl="0">
              <a:buNone/>
              <a:defRPr sz="1500"/>
            </a:lvl6pPr>
            <a:lvl7pPr marL="2057400" indent="0" algn="l" rtl="0">
              <a:buNone/>
              <a:defRPr sz="1500"/>
            </a:lvl7pPr>
            <a:lvl8pPr marL="2400300" indent="0" algn="l" rtl="0">
              <a:buNone/>
              <a:defRPr sz="1500"/>
            </a:lvl8pPr>
            <a:lvl9pPr marL="2743200" indent="0" algn="l" rtl="0">
              <a:buNone/>
              <a:defRPr sz="1500"/>
            </a:lvl9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28675" y="1600200"/>
            <a:ext cx="2547747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900"/>
              </a:spcBef>
              <a:buNone/>
              <a:defRPr sz="135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2900" indent="0" algn="l" rtl="0">
              <a:buNone/>
              <a:defRPr sz="1050"/>
            </a:lvl2pPr>
            <a:lvl3pPr marL="685800" indent="0" algn="l" rtl="0">
              <a:buNone/>
              <a:defRPr sz="900"/>
            </a:lvl3pPr>
            <a:lvl4pPr marL="1028700" indent="0" algn="l" rtl="0">
              <a:buNone/>
              <a:defRPr sz="750"/>
            </a:lvl4pPr>
            <a:lvl5pPr marL="1371600" indent="0" algn="l" rtl="0">
              <a:buNone/>
              <a:defRPr sz="750"/>
            </a:lvl5pPr>
            <a:lvl6pPr marL="1714500" indent="0" algn="l" rtl="0">
              <a:buNone/>
              <a:defRPr sz="750"/>
            </a:lvl6pPr>
            <a:lvl7pPr marL="2057400" indent="0" algn="l" rtl="0">
              <a:buNone/>
              <a:defRPr sz="750"/>
            </a:lvl7pPr>
            <a:lvl8pPr marL="2400300" indent="0" algn="l" rtl="0">
              <a:buNone/>
              <a:defRPr sz="750"/>
            </a:lvl8pPr>
            <a:lvl9pPr marL="2743200" indent="0" algn="l" rtl="0">
              <a:buNone/>
              <a:defRPr sz="75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118C275-B304-48F5-8C4F-015CBCF4E7C1}" type="datetime1">
              <a:rPr lang="zh-CN" altLang="en-US" smtClean="0"/>
              <a:pPr/>
              <a:t>2020/4/4</a:t>
            </a:fld>
            <a:r>
              <a:rPr lang="zh-CN" altLang="en-US" dirty="0"/>
              <a:t>​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6963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8791AA9-DDCB-4BA8-AD1D-963A3AA00622}" type="datetime1">
              <a:rPr lang="zh-CN" altLang="en-US" smtClean="0"/>
              <a:pPr/>
              <a:t>2020/4/4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12076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7029450" y="365125"/>
            <a:ext cx="1285875" cy="5811838"/>
          </a:xfrm>
        </p:spPr>
        <p:txBody>
          <a:bodyPr vert="eaVert"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28675" y="365125"/>
            <a:ext cx="6074172" cy="5811838"/>
          </a:xfrm>
        </p:spPr>
        <p:txBody>
          <a:bodyPr vert="eaVert" rtlCol="0"/>
          <a:lstStyle/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170426F-E661-472B-BE42-25E072CD46D9}" type="datetime1">
              <a:rPr lang="zh-CN" altLang="en-US" smtClean="0"/>
              <a:pPr/>
              <a:t>2020/4/4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grpSp>
        <p:nvGrpSpPr>
          <p:cNvPr id="7" name="组 6"/>
          <p:cNvGrpSpPr/>
          <p:nvPr/>
        </p:nvGrpSpPr>
        <p:grpSpPr>
          <a:xfrm rot="5400000">
            <a:off x="4181447" y="3239394"/>
            <a:ext cx="5632704" cy="63302"/>
            <a:chOff x="1073150" y="1219201"/>
            <a:chExt cx="10058400" cy="63125"/>
          </a:xfrm>
        </p:grpSpPr>
        <p:cxnSp>
          <p:nvCxnSpPr>
            <p:cNvPr id="8" name="直接连接符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​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4592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28675" y="76200"/>
            <a:ext cx="748551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28675" y="1600200"/>
            <a:ext cx="748665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  <a:p>
            <a:pPr lvl="5" rtl="0"/>
            <a:r>
              <a:rPr lang="zh-CN" altLang="en-US" noProof="0" dirty="0"/>
              <a:t>第六级</a:t>
            </a:r>
          </a:p>
          <a:p>
            <a:pPr lvl="6" rtl="0"/>
            <a:r>
              <a:rPr lang="zh-CN" altLang="en-US" noProof="0" dirty="0"/>
              <a:t>第七级</a:t>
            </a:r>
          </a:p>
          <a:p>
            <a:pPr lvl="7" rtl="0"/>
            <a:r>
              <a:rPr lang="zh-CN" altLang="en-US" noProof="0" dirty="0"/>
              <a:t>第八级</a:t>
            </a:r>
          </a:p>
          <a:p>
            <a:pPr lvl="8" rtl="0"/>
            <a:r>
              <a:rPr lang="zh-CN" altLang="en-US" noProof="0" dirty="0"/>
              <a:t>第九级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28675" y="6356352"/>
            <a:ext cx="137216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9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60B6A15-7713-4A08-BBFD-F297CCC2B976}" type="datetime1">
              <a:rPr lang="zh-CN" altLang="en-US" smtClean="0"/>
              <a:pPr/>
              <a:t>2020/4/4</a:t>
            </a:fld>
            <a:r>
              <a:rPr lang="zh-CN" altLang="en-US" dirty="0"/>
              <a:t>​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200844" y="6356350"/>
            <a:ext cx="474231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9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942587" y="6356352"/>
            <a:ext cx="13716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9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r"/>
            <a:fld id="{0FF54DE5-C571-48E8-A5BC-B369434E2F44}" type="slidenum">
              <a:rPr lang="en-US" altLang="zh-CN" noProof="0" smtClean="0"/>
              <a:pPr algn="r"/>
              <a:t>‹#›</a:t>
            </a:fld>
            <a:endParaRPr lang="zh-CN" altLang="en-US" noProof="0" dirty="0"/>
          </a:p>
        </p:txBody>
      </p:sp>
      <p:grpSp>
        <p:nvGrpSpPr>
          <p:cNvPr id="15" name="组 14"/>
          <p:cNvGrpSpPr/>
          <p:nvPr/>
        </p:nvGrpSpPr>
        <p:grpSpPr>
          <a:xfrm>
            <a:off x="827532" y="1219202"/>
            <a:ext cx="7488936" cy="84403"/>
            <a:chOff x="1073150" y="1219201"/>
            <a:chExt cx="10058400" cy="63125"/>
          </a:xfrm>
        </p:grpSpPr>
        <p:cxnSp>
          <p:nvCxnSpPr>
            <p:cNvPr id="13" name="直接连接符​​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4625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1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1350"/>
        </a:spcBef>
        <a:buFont typeface="Wingdings" panose="05000000000000000000" pitchFamily="2" charset="2"/>
        <a:buChar char="§"/>
        <a:defRPr sz="15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450"/>
        </a:spcBef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450"/>
        </a:spcBef>
        <a:buFont typeface="Wingdings" panose="05000000000000000000" pitchFamily="2" charset="2"/>
        <a:buChar char="§"/>
        <a:defRPr sz="10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450"/>
        </a:spcBef>
        <a:buFont typeface="Wingdings" panose="05000000000000000000" pitchFamily="2" charset="2"/>
        <a:buChar char="§"/>
        <a:defRPr sz="10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450"/>
        </a:spcBef>
        <a:buFont typeface="Wingdings" panose="05000000000000000000" pitchFamily="2" charset="2"/>
        <a:buChar char="§"/>
        <a:defRPr sz="10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anose="05000000000000000000" pitchFamily="2" charset="2"/>
        <a:buChar char="§"/>
        <a:defRPr sz="10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anose="05000000000000000000" pitchFamily="2" charset="2"/>
        <a:buChar char="§"/>
        <a:defRPr sz="10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anose="05000000000000000000" pitchFamily="2" charset="2"/>
        <a:buChar char="§"/>
        <a:defRPr sz="10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anose="05000000000000000000" pitchFamily="2" charset="2"/>
        <a:buChar char="§"/>
        <a:defRPr sz="10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9pPr>
    </p:bodyStyle>
    <p:otherStyle>
      <a:defPPr>
        <a:defRPr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22" userDrawn="1">
          <p15:clr>
            <a:srgbClr val="F26B43"/>
          </p15:clr>
        </p15:guide>
        <p15:guide id="2" pos="5238" userDrawn="1">
          <p15:clr>
            <a:srgbClr val="F26B43"/>
          </p15:clr>
        </p15:guide>
        <p15:guide id="3" orient="horz" pos="1008" userDrawn="1">
          <p15:clr>
            <a:srgbClr val="F26B43"/>
          </p15:clr>
        </p15:guide>
        <p15:guide id="4" orient="horz" pos="38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jzhang@njust.edu.c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/>
          </p:nvPr>
        </p:nvSpPr>
        <p:spPr>
          <a:xfrm>
            <a:off x="457200" y="2576321"/>
            <a:ext cx="4672013" cy="1664768"/>
          </a:xfrm>
        </p:spPr>
        <p:txBody>
          <a:bodyPr rtlCol="0" anchor="ctr"/>
          <a:lstStyle/>
          <a:p>
            <a:pPr rtl="0"/>
            <a:r>
              <a:rPr lang="en-US" altLang="zh-CN" dirty="0"/>
              <a:t>Compiling METHOD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>
          <a:xfrm>
            <a:off x="350615" y="3879543"/>
            <a:ext cx="4300538" cy="1639717"/>
          </a:xfrm>
        </p:spPr>
        <p:txBody>
          <a:bodyPr rtlCol="0">
            <a:normAutofit lnSpcReduction="10000"/>
          </a:bodyPr>
          <a:lstStyle/>
          <a:p>
            <a:pPr algn="ctr" rtl="0"/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rtl="0"/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rtl="0"/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Taught by </a:t>
            </a:r>
            <a:r>
              <a:rPr 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Jing Zhang</a:t>
            </a:r>
          </a:p>
          <a:p>
            <a:pPr algn="ctr" rtl="0"/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algn="ctr" rtl="0"/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jzhang@njust.edu.cn</a:t>
            </a: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ctr" rtl="0"/>
            <a:r>
              <a:rPr lang="en-US" sz="2000" dirty="0"/>
              <a:t>http:// jz81.github.io</a:t>
            </a:r>
          </a:p>
          <a:p>
            <a:pPr algn="ctr" rtl="0"/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占位符 3" descr="桌上一本打开的书，书架在背景中模糊显示" title="示例图片"/>
          <p:cNvPicPr>
            <a:picLocks noGrp="1" noChangeAspect="1"/>
          </p:cNvPicPr>
          <p:nvPr>
            <p:ph type="pic" sz="quarter" idx="13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5" r="880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65213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dirty="0"/>
              <a:t>Generation of </a:t>
            </a:r>
            <a:r>
              <a:rPr lang="en-US" dirty="0" err="1"/>
              <a:t>Compiliers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84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1.7 Generation of a compiler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The generation of a compiler</a:t>
            </a:r>
          </a:p>
          <a:p>
            <a:pPr lvl="1"/>
            <a:r>
              <a:rPr lang="en-US" altLang="zh-CN" sz="1700" dirty="0"/>
              <a:t>Directly implementation</a:t>
            </a:r>
          </a:p>
          <a:p>
            <a:pPr lvl="1"/>
            <a:r>
              <a:rPr lang="en-US" altLang="zh-CN" sz="1700" dirty="0"/>
              <a:t>Write a compiler for L2 language running on Machine A using L1 language and its compiler running on Machine A</a:t>
            </a:r>
          </a:p>
          <a:p>
            <a:pPr lvl="1"/>
            <a:r>
              <a:rPr lang="en-US" altLang="zh-CN" sz="1700" dirty="0"/>
              <a:t>Transplant of a compiler</a:t>
            </a:r>
          </a:p>
          <a:p>
            <a:pPr lvl="2"/>
            <a:r>
              <a:rPr lang="en-US" altLang="zh-CN" sz="1550" dirty="0"/>
              <a:t>Machine A -&gt; Machine B</a:t>
            </a:r>
          </a:p>
          <a:p>
            <a:pPr marL="685800" lvl="2" indent="0">
              <a:buNone/>
            </a:pPr>
            <a:endParaRPr lang="en-US" altLang="zh-CN" sz="1550" dirty="0"/>
          </a:p>
        </p:txBody>
      </p:sp>
    </p:spTree>
    <p:extLst>
      <p:ext uri="{BB962C8B-B14F-4D97-AF65-F5344CB8AC3E}">
        <p14:creationId xmlns:p14="http://schemas.microsoft.com/office/powerpoint/2010/main" val="3211749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1.7 Generation of a compiler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Directly implementation</a:t>
            </a:r>
          </a:p>
          <a:p>
            <a:pPr lvl="1"/>
            <a:r>
              <a:rPr lang="en-US" altLang="zh-CN" sz="1700" dirty="0"/>
              <a:t>Using machine code to  implement a compiler is unrealistic</a:t>
            </a:r>
          </a:p>
          <a:p>
            <a:pPr lvl="1"/>
            <a:r>
              <a:rPr lang="en-US" altLang="zh-CN" sz="1700" dirty="0"/>
              <a:t>We must resort to another existing programing language</a:t>
            </a:r>
          </a:p>
          <a:p>
            <a:r>
              <a:rPr lang="en-US" altLang="zh-CN" sz="2000" dirty="0"/>
              <a:t>T sharp diagram to represent the relationship among the source language (S), the target language (T), and the implementation language of the compiler (I)</a:t>
            </a:r>
          </a:p>
          <a:p>
            <a:pPr marL="342900" lvl="1" indent="0">
              <a:buNone/>
            </a:pPr>
            <a:endParaRPr lang="en-US" altLang="zh-CN" sz="155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6F50E95-9610-49A2-8F43-5CAFE2CE92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4218" y="3886200"/>
            <a:ext cx="3156663" cy="2203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547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1.7 Generation of a compiler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We have a complier for L1 that can run on machine A (the compiler itself is implemented in machine code A). We want to create a complier for L2 that can run on machine A</a:t>
            </a:r>
          </a:p>
          <a:p>
            <a:pPr lvl="1"/>
            <a:r>
              <a:rPr lang="en-US" altLang="zh-CN" sz="1700" dirty="0"/>
              <a:t>Write a compiler for L2 language running on Machine A using L1 language and its compiler running on Machine A</a:t>
            </a:r>
          </a:p>
          <a:p>
            <a:pPr marL="0" indent="0">
              <a:buNone/>
            </a:pPr>
            <a:endParaRPr lang="en-US" altLang="zh-CN" sz="20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33E373C-696C-4244-B4FD-E6602D7237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8756" y="3145485"/>
            <a:ext cx="4705350" cy="263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762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1.7 Generation of a compiler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We have a complier for L that can run on machine A. We want to create a complier for L that can run on machine B.</a:t>
            </a:r>
          </a:p>
          <a:p>
            <a:pPr marL="0" indent="0">
              <a:buNone/>
            </a:pPr>
            <a:endParaRPr lang="en-US" altLang="zh-CN" sz="20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6517E20-B755-4178-9255-7ADBA100CB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0072" y="2503326"/>
            <a:ext cx="5886450" cy="293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47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Homework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altLang="zh-CN" sz="2000" dirty="0"/>
              <a:t>(1) Illustrate the phases of a compile. What is the main function for each phase?</a:t>
            </a:r>
            <a:endParaRPr lang="zh-CN" altLang="zh-CN" sz="2000" dirty="0"/>
          </a:p>
          <a:p>
            <a:pPr marL="0" lvl="0" indent="0">
              <a:buNone/>
            </a:pPr>
            <a:r>
              <a:rPr lang="en-US" altLang="zh-CN" sz="2000" dirty="0"/>
              <a:t>(2) What are the differences among name, identifier and variable? What are the differences between declaration and definition</a:t>
            </a:r>
            <a:r>
              <a:rPr lang="zh-CN" altLang="zh-CN" sz="2000" dirty="0"/>
              <a:t>？</a:t>
            </a:r>
          </a:p>
          <a:p>
            <a:pPr marL="0" lvl="0" indent="0">
              <a:buNone/>
            </a:pPr>
            <a:r>
              <a:rPr lang="en-US" altLang="zh-CN" sz="2000" dirty="0"/>
              <a:t>(3) Briefly explain the parameter passing mechanisms “call-by-value” and “call-by-reference”.</a:t>
            </a:r>
          </a:p>
          <a:p>
            <a:pPr marL="0" lvl="0" indent="0">
              <a:buNone/>
            </a:pPr>
            <a:r>
              <a:rPr lang="en-US" altLang="zh-CN" sz="2000" dirty="0"/>
              <a:t>(4) What are the advantages of (a) a compiler over interpreter (b) an interpreter over a compiler?</a:t>
            </a:r>
          </a:p>
          <a:p>
            <a:pPr marL="0" lvl="0" indent="0">
              <a:buNone/>
            </a:pPr>
            <a:r>
              <a:rPr lang="en-US" altLang="zh-CN" sz="2000" dirty="0"/>
              <a:t>(5) A compiler that translates a high-level language into another high-level language is called a source-to-source translator. What advantages are there to using C as a target language for a compiler?</a:t>
            </a:r>
          </a:p>
        </p:txBody>
      </p:sp>
    </p:spTree>
    <p:extLst>
      <p:ext uri="{BB962C8B-B14F-4D97-AF65-F5344CB8AC3E}">
        <p14:creationId xmlns:p14="http://schemas.microsoft.com/office/powerpoint/2010/main" val="496269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学术文献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_9411639_TF03431380_TF03431380" id="{9AE2BD50-F2AD-48C6-8A81-F7D7390F9E40}" vid="{822244C9-F44A-41EE-AAAB-DAE7A533DA64}"/>
    </a:ext>
  </a:extLst>
</a:theme>
</file>

<file path=ppt/theme/theme2.xml><?xml version="1.0" encoding="utf-8"?>
<a:theme xmlns:a="http://schemas.openxmlformats.org/drawingml/2006/main" name="Office 主题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4873beb7-5857-4685-be1f-d57550cc96cc" xsi:nil="true"/>
    <AssetExpire xmlns="4873beb7-5857-4685-be1f-d57550cc96cc">2029-01-01T08:00:00+00:00</AssetExpire>
    <CampaignTagsTaxHTField0 xmlns="4873beb7-5857-4685-be1f-d57550cc96cc">
      <Terms xmlns="http://schemas.microsoft.com/office/infopath/2007/PartnerControls"/>
    </CampaignTagsTaxHTField0>
    <IntlLangReviewDate xmlns="4873beb7-5857-4685-be1f-d57550cc96cc" xsi:nil="true"/>
    <TPFriendlyName xmlns="4873beb7-5857-4685-be1f-d57550cc96cc" xsi:nil="true"/>
    <IntlLangReview xmlns="4873beb7-5857-4685-be1f-d57550cc96cc">false</IntlLangReview>
    <LocLastLocAttemptVersionLookup xmlns="4873beb7-5857-4685-be1f-d57550cc96cc">855024</LocLastLocAttemptVersionLookup>
    <PolicheckWords xmlns="4873beb7-5857-4685-be1f-d57550cc96cc" xsi:nil="true"/>
    <SubmitterId xmlns="4873beb7-5857-4685-be1f-d57550cc96cc" xsi:nil="true"/>
    <AcquiredFrom xmlns="4873beb7-5857-4685-be1f-d57550cc96cc">Internal MS</AcquiredFrom>
    <EditorialStatus xmlns="4873beb7-5857-4685-be1f-d57550cc96cc">Complete</EditorialStatus>
    <Markets xmlns="4873beb7-5857-4685-be1f-d57550cc96cc"/>
    <OriginAsset xmlns="4873beb7-5857-4685-be1f-d57550cc96cc" xsi:nil="true"/>
    <AssetStart xmlns="4873beb7-5857-4685-be1f-d57550cc96cc">2012-08-31T08:50:00+00:00</AssetStart>
    <FriendlyTitle xmlns="4873beb7-5857-4685-be1f-d57550cc96cc" xsi:nil="true"/>
    <MarketSpecific xmlns="4873beb7-5857-4685-be1f-d57550cc96cc">false</MarketSpecific>
    <TPNamespace xmlns="4873beb7-5857-4685-be1f-d57550cc96cc" xsi:nil="true"/>
    <PublishStatusLookup xmlns="4873beb7-5857-4685-be1f-d57550cc96cc">
      <Value>1616423</Value>
    </PublishStatusLookup>
    <APAuthor xmlns="4873beb7-5857-4685-be1f-d57550cc96cc">
      <UserInfo>
        <DisplayName>REDMOND\kristaa</DisplayName>
        <AccountId>136</AccountId>
        <AccountType/>
      </UserInfo>
    </APAuthor>
    <TPCommandLine xmlns="4873beb7-5857-4685-be1f-d57550cc96cc" xsi:nil="true"/>
    <IntlLangReviewer xmlns="4873beb7-5857-4685-be1f-d57550cc96cc" xsi:nil="true"/>
    <OpenTemplate xmlns="4873beb7-5857-4685-be1f-d57550cc96cc">true</OpenTemplate>
    <CSXSubmissionDate xmlns="4873beb7-5857-4685-be1f-d57550cc96cc" xsi:nil="true"/>
    <TaxCatchAll xmlns="4873beb7-5857-4685-be1f-d57550cc96cc"/>
    <Manager xmlns="4873beb7-5857-4685-be1f-d57550cc96cc" xsi:nil="true"/>
    <NumericId xmlns="4873beb7-5857-4685-be1f-d57550cc96cc" xsi:nil="true"/>
    <ParentAssetId xmlns="4873beb7-5857-4685-be1f-d57550cc96cc" xsi:nil="true"/>
    <OriginalSourceMarket xmlns="4873beb7-5857-4685-be1f-d57550cc96cc" xsi:nil="true"/>
    <ApprovalStatus xmlns="4873beb7-5857-4685-be1f-d57550cc96cc">InProgress</ApprovalStatus>
    <TPComponent xmlns="4873beb7-5857-4685-be1f-d57550cc96cc" xsi:nil="true"/>
    <EditorialTags xmlns="4873beb7-5857-4685-be1f-d57550cc96cc" xsi:nil="true"/>
    <TPExecutable xmlns="4873beb7-5857-4685-be1f-d57550cc96cc" xsi:nil="true"/>
    <TPLaunchHelpLink xmlns="4873beb7-5857-4685-be1f-d57550cc96cc" xsi:nil="true"/>
    <LocComments xmlns="4873beb7-5857-4685-be1f-d57550cc96cc" xsi:nil="true"/>
    <LocRecommendedHandoff xmlns="4873beb7-5857-4685-be1f-d57550cc96cc" xsi:nil="true"/>
    <SourceTitle xmlns="4873beb7-5857-4685-be1f-d57550cc96cc" xsi:nil="true"/>
    <CSXUpdate xmlns="4873beb7-5857-4685-be1f-d57550cc96cc">false</CSXUpdate>
    <IntlLocPriority xmlns="4873beb7-5857-4685-be1f-d57550cc96cc" xsi:nil="true"/>
    <UAProjectedTotalWords xmlns="4873beb7-5857-4685-be1f-d57550cc96cc" xsi:nil="true"/>
    <AssetType xmlns="4873beb7-5857-4685-be1f-d57550cc96cc">TP</AssetType>
    <MachineTranslated xmlns="4873beb7-5857-4685-be1f-d57550cc96cc">false</MachineTranslated>
    <OutputCachingOn xmlns="4873beb7-5857-4685-be1f-d57550cc96cc">false</OutputCachingOn>
    <TemplateStatus xmlns="4873beb7-5857-4685-be1f-d57550cc96cc">Complete</TemplateStatus>
    <IsSearchable xmlns="4873beb7-5857-4685-be1f-d57550cc96cc">true</IsSearchable>
    <ContentItem xmlns="4873beb7-5857-4685-be1f-d57550cc96cc" xsi:nil="true"/>
    <HandoffToMSDN xmlns="4873beb7-5857-4685-be1f-d57550cc96cc" xsi:nil="true"/>
    <ShowIn xmlns="4873beb7-5857-4685-be1f-d57550cc96cc">Show everywhere</ShowIn>
    <ThumbnailAssetId xmlns="4873beb7-5857-4685-be1f-d57550cc96cc" xsi:nil="true"/>
    <UALocComments xmlns="4873beb7-5857-4685-be1f-d57550cc96cc" xsi:nil="true"/>
    <UALocRecommendation xmlns="4873beb7-5857-4685-be1f-d57550cc96cc">Localize</UALocRecommendation>
    <LastModifiedDateTime xmlns="4873beb7-5857-4685-be1f-d57550cc96cc" xsi:nil="true"/>
    <LegacyData xmlns="4873beb7-5857-4685-be1f-d57550cc96cc" xsi:nil="true"/>
    <LocManualTestRequired xmlns="4873beb7-5857-4685-be1f-d57550cc96cc">false</LocManualTestRequired>
    <LocMarketGroupTiers2 xmlns="4873beb7-5857-4685-be1f-d57550cc96cc" xsi:nil="true"/>
    <ClipArtFilename xmlns="4873beb7-5857-4685-be1f-d57550cc96cc" xsi:nil="true"/>
    <TPApplication xmlns="4873beb7-5857-4685-be1f-d57550cc96cc" xsi:nil="true"/>
    <CSXHash xmlns="4873beb7-5857-4685-be1f-d57550cc96cc" xsi:nil="true"/>
    <DirectSourceMarket xmlns="4873beb7-5857-4685-be1f-d57550cc96cc" xsi:nil="true"/>
    <PrimaryImageGen xmlns="4873beb7-5857-4685-be1f-d57550cc96cc">true</PrimaryImageGen>
    <PlannedPubDate xmlns="4873beb7-5857-4685-be1f-d57550cc96cc" xsi:nil="true"/>
    <CSXSubmissionMarket xmlns="4873beb7-5857-4685-be1f-d57550cc96cc" xsi:nil="true"/>
    <Downloads xmlns="4873beb7-5857-4685-be1f-d57550cc96cc">0</Downloads>
    <ArtSampleDocs xmlns="4873beb7-5857-4685-be1f-d57550cc96cc" xsi:nil="true"/>
    <TrustLevel xmlns="4873beb7-5857-4685-be1f-d57550cc96cc">1 Microsoft Managed Content</TrustLevel>
    <BlockPublish xmlns="4873beb7-5857-4685-be1f-d57550cc96cc">false</BlockPublish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BusinessGroup xmlns="4873beb7-5857-4685-be1f-d57550cc96cc" xsi:nil="true"/>
    <Providers xmlns="4873beb7-5857-4685-be1f-d57550cc96cc" xsi:nil="true"/>
    <TemplateTemplateType xmlns="4873beb7-5857-4685-be1f-d57550cc96cc">PowerPoint Presentation Template</TemplateTemplateType>
    <TimesCloned xmlns="4873beb7-5857-4685-be1f-d57550cc96cc" xsi:nil="true"/>
    <TPAppVersion xmlns="4873beb7-5857-4685-be1f-d57550cc96cc" xsi:nil="true"/>
    <VoteCount xmlns="4873beb7-5857-4685-be1f-d57550cc96cc" xsi:nil="true"/>
    <AverageRating xmlns="4873beb7-5857-4685-be1f-d57550cc96cc" xsi:nil="true"/>
    <FeatureTagsTaxHTField0 xmlns="4873beb7-5857-4685-be1f-d57550cc96cc">
      <Terms xmlns="http://schemas.microsoft.com/office/infopath/2007/PartnerControls"/>
    </FeatureTagsTaxHTField0>
    <Provider xmlns="4873beb7-5857-4685-be1f-d57550cc96cc" xsi:nil="true"/>
    <UACurrentWords xmlns="4873beb7-5857-4685-be1f-d57550cc96cc" xsi:nil="true"/>
    <AssetId xmlns="4873beb7-5857-4685-be1f-d57550cc96cc">TP103431361</AssetId>
    <TPClientViewer xmlns="4873beb7-5857-4685-be1f-d57550cc96cc" xsi:nil="true"/>
    <DSATActionTaken xmlns="4873beb7-5857-4685-be1f-d57550cc96cc" xsi:nil="true"/>
    <APEditor xmlns="4873beb7-5857-4685-be1f-d57550cc96cc">
      <UserInfo>
        <DisplayName/>
        <AccountId xsi:nil="true"/>
        <AccountType/>
      </UserInfo>
    </APEditor>
    <TPInstallLocation xmlns="4873beb7-5857-4685-be1f-d57550cc96cc" xsi:nil="true"/>
    <OOCacheId xmlns="4873beb7-5857-4685-be1f-d57550cc96cc" xsi:nil="true"/>
    <IsDeleted xmlns="4873beb7-5857-4685-be1f-d57550cc96cc">false</IsDeleted>
    <PublishTargets xmlns="4873beb7-5857-4685-be1f-d57550cc96cc">OfficeOnlineVNext</PublishTargets>
    <ApprovalLog xmlns="4873beb7-5857-4685-be1f-d57550cc96cc" xsi:nil="true"/>
    <BugNumber xmlns="4873beb7-5857-4685-be1f-d57550cc96cc" xsi:nil="true"/>
    <CrawlForDependencies xmlns="4873beb7-5857-4685-be1f-d57550cc96cc">false</CrawlForDependencies>
    <InternalTagsTaxHTField0 xmlns="4873beb7-5857-4685-be1f-d57550cc96cc">
      <Terms xmlns="http://schemas.microsoft.com/office/infopath/2007/PartnerControls"/>
    </InternalTagsTaxHTField0>
    <LastHandOff xmlns="4873beb7-5857-4685-be1f-d57550cc96cc" xsi:nil="true"/>
    <Milestone xmlns="4873beb7-5857-4685-be1f-d57550cc96cc" xsi:nil="true"/>
    <OriginalRelease xmlns="4873beb7-5857-4685-be1f-d57550cc96cc">15</OriginalRelease>
    <RecommendationsModifier xmlns="4873beb7-5857-4685-be1f-d57550cc96cc" xsi:nil="true"/>
    <ScenarioTagsTaxHTField0 xmlns="4873beb7-5857-4685-be1f-d57550cc96cc">
      <Terms xmlns="http://schemas.microsoft.com/office/infopath/2007/PartnerControls"/>
    </ScenarioTagsTaxHTField0>
    <UANotes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28C8B9CA-0273-4370-889A-FC05DA5C2F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61E720F-F05D-4536-9C34-0CFCED65D3B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CDDBB83-77C1-4099-A0AA-289882E745E2}">
  <ds:schemaRefs>
    <ds:schemaRef ds:uri="http://schemas.microsoft.com/office/infopath/2007/PartnerControls"/>
    <ds:schemaRef ds:uri="http://purl.org/dc/dcmitype/"/>
    <ds:schemaRef ds:uri="http://purl.org/dc/elements/1.1/"/>
    <ds:schemaRef ds:uri="4873beb7-5857-4685-be1f-d57550cc96cc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335</Words>
  <Application>Microsoft Office PowerPoint</Application>
  <PresentationFormat>全屏显示(4:3)</PresentationFormat>
  <Paragraphs>31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微软雅黑</vt:lpstr>
      <vt:lpstr>Euphemia</vt:lpstr>
      <vt:lpstr>Wingdings</vt:lpstr>
      <vt:lpstr>学术文献 16x9</vt:lpstr>
      <vt:lpstr>Compiling METHOD</vt:lpstr>
      <vt:lpstr>Generation of Compiliers</vt:lpstr>
      <vt:lpstr>1.7 Generation of a compiler</vt:lpstr>
      <vt:lpstr>1.7 Generation of a compiler</vt:lpstr>
      <vt:lpstr>1.7 Generation of a compiler</vt:lpstr>
      <vt:lpstr>1.7 Generation of a compiler</vt:lpstr>
      <vt:lpstr>Homework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2017-04-09T02:54:44Z</dcterms:created>
  <dcterms:modified xsi:type="dcterms:W3CDTF">2020-04-04T07:32:07Z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