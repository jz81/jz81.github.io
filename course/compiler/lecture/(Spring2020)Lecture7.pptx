
<file path=[Content_Types].xml><?xml version="1.0" encoding="utf-8"?>
<Types xmlns="http://schemas.openxmlformats.org/package/2006/content-types">
  <Default Extension="bin" ContentType="application/vnd.openxmlformats-officedocument.oleObject"/>
  <Default Extension="jpeg" ContentType="image/jpeg"/>
  <Default Extension="png" ContentType="image/png"/>
  <Default Extension="rels" ContentType="application/vnd.openxmlformats-package.relationships+xml"/>
  <Default Extension="vml" ContentType="application/vnd.openxmlformats-officedocument.vmlDrawing"/>
  <Default Extension="wdp" ContentType="image/vnd.ms-photo"/>
  <Default Extension="wmf" ContentType="image/x-wmf"/>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removePersonalInfoOnSave="1" saveSubsetFonts="1">
  <p:sldMasterIdLst>
    <p:sldMasterId id="2147483648" r:id="rId4"/>
  </p:sldMasterIdLst>
  <p:notesMasterIdLst>
    <p:notesMasterId r:id="rId47"/>
  </p:notesMasterIdLst>
  <p:handoutMasterIdLst>
    <p:handoutMasterId r:id="rId48"/>
  </p:handoutMasterIdLst>
  <p:sldIdLst>
    <p:sldId id="256" r:id="rId5"/>
    <p:sldId id="261" r:id="rId6"/>
    <p:sldId id="278" r:id="rId7"/>
    <p:sldId id="279" r:id="rId8"/>
    <p:sldId id="280" r:id="rId9"/>
    <p:sldId id="281" r:id="rId10"/>
    <p:sldId id="282" r:id="rId11"/>
    <p:sldId id="283" r:id="rId12"/>
    <p:sldId id="284" r:id="rId13"/>
    <p:sldId id="285" r:id="rId14"/>
    <p:sldId id="286" r:id="rId15"/>
    <p:sldId id="287" r:id="rId16"/>
    <p:sldId id="316" r:id="rId17"/>
    <p:sldId id="288" r:id="rId18"/>
    <p:sldId id="289" r:id="rId19"/>
    <p:sldId id="290" r:id="rId20"/>
    <p:sldId id="291" r:id="rId21"/>
    <p:sldId id="317" r:id="rId22"/>
    <p:sldId id="292" r:id="rId23"/>
    <p:sldId id="293" r:id="rId24"/>
    <p:sldId id="294" r:id="rId25"/>
    <p:sldId id="295" r:id="rId26"/>
    <p:sldId id="296" r:id="rId27"/>
    <p:sldId id="297" r:id="rId28"/>
    <p:sldId id="298" r:id="rId29"/>
    <p:sldId id="299" r:id="rId30"/>
    <p:sldId id="300" r:id="rId31"/>
    <p:sldId id="302" r:id="rId32"/>
    <p:sldId id="301" r:id="rId33"/>
    <p:sldId id="303" r:id="rId34"/>
    <p:sldId id="304" r:id="rId35"/>
    <p:sldId id="305" r:id="rId36"/>
    <p:sldId id="306" r:id="rId37"/>
    <p:sldId id="307" r:id="rId38"/>
    <p:sldId id="308" r:id="rId39"/>
    <p:sldId id="309" r:id="rId40"/>
    <p:sldId id="310" r:id="rId41"/>
    <p:sldId id="311" r:id="rId42"/>
    <p:sldId id="312" r:id="rId43"/>
    <p:sldId id="313" r:id="rId44"/>
    <p:sldId id="314" r:id="rId45"/>
    <p:sldId id="315" r:id="rId46"/>
  </p:sldIdLst>
  <p:sldSz cx="9144000" cy="6858000" type="screen4x3"/>
  <p:notesSz cx="6858000" cy="9144000"/>
  <p:defaultTextStyle>
    <a:defPPr rtl="0">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288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showGuides="1">
      <p:cViewPr varScale="1">
        <p:scale>
          <a:sx n="82" d="100"/>
          <a:sy n="82" d="100"/>
        </p:scale>
        <p:origin x="1430" y="77"/>
      </p:cViewPr>
      <p:guideLst>
        <p:guide orient="horz" pos="2160"/>
        <p:guide pos="2880"/>
      </p:guideLst>
    </p:cSldViewPr>
  </p:slideViewPr>
  <p:notesTextViewPr>
    <p:cViewPr>
      <p:scale>
        <a:sx n="1" d="1"/>
        <a:sy n="1" d="1"/>
      </p:scale>
      <p:origin x="0" y="0"/>
    </p:cViewPr>
  </p:notesTextViewPr>
  <p:notesViewPr>
    <p:cSldViewPr snapToGrid="0" showGuides="1">
      <p:cViewPr varScale="1">
        <p:scale>
          <a:sx n="99" d="100"/>
          <a:sy n="99" d="100"/>
        </p:scale>
        <p:origin x="3570" y="90"/>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slide" Target="slides/slide35.xml"/><Relationship Id="rId21" Type="http://schemas.openxmlformats.org/officeDocument/2006/relationships/slide" Target="slides/slide17.xml"/><Relationship Id="rId34" Type="http://schemas.openxmlformats.org/officeDocument/2006/relationships/slide" Target="slides/slide30.xml"/><Relationship Id="rId42" Type="http://schemas.openxmlformats.org/officeDocument/2006/relationships/slide" Target="slides/slide38.xml"/><Relationship Id="rId47" Type="http://schemas.openxmlformats.org/officeDocument/2006/relationships/notesMaster" Target="notesMasters/notesMaster1.xml"/><Relationship Id="rId50" Type="http://schemas.openxmlformats.org/officeDocument/2006/relationships/viewProps" Target="viewProps.xml"/><Relationship Id="rId7" Type="http://schemas.openxmlformats.org/officeDocument/2006/relationships/slide" Target="slides/slide3.xml"/><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slide" Target="slides/slide25.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slide" Target="slides/slide36.xml"/><Relationship Id="rId45" Type="http://schemas.openxmlformats.org/officeDocument/2006/relationships/slide" Target="slides/slide4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presProps" Target="presProps.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slide" Target="slides/slide39.xml"/><Relationship Id="rId48" Type="http://schemas.openxmlformats.org/officeDocument/2006/relationships/handoutMaster" Target="handoutMasters/handoutMaster1.xml"/><Relationship Id="rId8" Type="http://schemas.openxmlformats.org/officeDocument/2006/relationships/slide" Target="slides/slide4.xml"/><Relationship Id="rId51" Type="http://schemas.openxmlformats.org/officeDocument/2006/relationships/theme" Target="theme/theme1.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slide" Target="slides/slide42.xml"/><Relationship Id="rId20" Type="http://schemas.openxmlformats.org/officeDocument/2006/relationships/slide" Target="slides/slide16.xml"/><Relationship Id="rId41" Type="http://schemas.openxmlformats.org/officeDocument/2006/relationships/slide" Target="slides/slide37.xml"/><Relationship Id="rId1" Type="http://schemas.openxmlformats.org/officeDocument/2006/relationships/customXml" Target="../customXml/item1.xml"/><Relationship Id="rId6" Type="http://schemas.openxmlformats.org/officeDocument/2006/relationships/slide" Target="slides/slide2.xml"/></Relationships>
</file>

<file path=ppt/drawings/_rels/vmlDrawing1.vml.rels><?xml version="1.0" encoding="UTF-8" standalone="yes"?>
<Relationships xmlns="http://schemas.openxmlformats.org/package/2006/relationships"><Relationship Id="rId1" Type="http://schemas.openxmlformats.org/officeDocument/2006/relationships/image" Target="../media/image7.wmf"/></Relationships>
</file>

<file path=ppt/drawings/_rels/vmlDrawing2.vml.rels><?xml version="1.0" encoding="UTF-8" standalone="yes"?>
<Relationships xmlns="http://schemas.openxmlformats.org/package/2006/relationships"><Relationship Id="rId3" Type="http://schemas.openxmlformats.org/officeDocument/2006/relationships/image" Target="../media/image24.wmf"/><Relationship Id="rId2" Type="http://schemas.openxmlformats.org/officeDocument/2006/relationships/image" Target="../media/image23.wmf"/><Relationship Id="rId1" Type="http://schemas.openxmlformats.org/officeDocument/2006/relationships/image" Target="../media/image22.wmf"/></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rtl="0">
              <a:defRPr sz="1200"/>
            </a:lvl1pPr>
          </a:lstStyle>
          <a:p>
            <a:pPr rtl="0"/>
            <a:endParaRPr lang="zh-CN" altLang="en-US" dirty="0">
              <a:latin typeface="微软雅黑" panose="020B0503020204020204" pitchFamily="34" charset="-122"/>
              <a:ea typeface="微软雅黑" panose="020B0503020204020204" pitchFamily="34" charset="-122"/>
            </a:endParaRPr>
          </a:p>
        </p:txBody>
      </p:sp>
      <p:sp>
        <p:nvSpPr>
          <p:cNvPr id="3" name="日期占位符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l" rtl="0">
              <a:defRPr sz="1200"/>
            </a:lvl1pPr>
          </a:lstStyle>
          <a:p>
            <a:pPr algn="r" rtl="0"/>
            <a:fld id="{91C0301E-2321-4F52-B85E-5901506D265C}" type="datetime1">
              <a:rPr lang="zh-CN" altLang="en-US" smtClean="0">
                <a:latin typeface="微软雅黑" panose="020B0503020204020204" pitchFamily="34" charset="-122"/>
                <a:ea typeface="微软雅黑" panose="020B0503020204020204" pitchFamily="34" charset="-122"/>
              </a:rPr>
              <a:pPr algn="r" rtl="0"/>
              <a:t>2020/5/19</a:t>
            </a:fld>
            <a:endParaRPr lang="zh-CN" altLang="en-US" dirty="0">
              <a:latin typeface="微软雅黑" panose="020B0503020204020204" pitchFamily="34" charset="-122"/>
              <a:ea typeface="微软雅黑" panose="020B0503020204020204" pitchFamily="34" charset="-122"/>
            </a:endParaRPr>
          </a:p>
        </p:txBody>
      </p:sp>
      <p:sp>
        <p:nvSpPr>
          <p:cNvPr id="4" name="页脚占位符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rtl="0">
              <a:defRPr sz="1200"/>
            </a:lvl1pPr>
          </a:lstStyle>
          <a:p>
            <a:pPr rtl="0"/>
            <a:endParaRPr lang="zh-CN" altLang="en-US" dirty="0">
              <a:latin typeface="微软雅黑" panose="020B0503020204020204" pitchFamily="34" charset="-122"/>
              <a:ea typeface="微软雅黑" panose="020B0503020204020204" pitchFamily="34" charset="-122"/>
            </a:endParaRPr>
          </a:p>
        </p:txBody>
      </p:sp>
      <p:sp>
        <p:nvSpPr>
          <p:cNvPr id="5" name="灯片编号占位符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l" rtl="0">
              <a:defRPr sz="1200"/>
            </a:lvl1pPr>
          </a:lstStyle>
          <a:p>
            <a:pPr algn="r" rtl="0"/>
            <a:fld id="{06834459-7356-44BF-850D-8B30C4FB3B6B}" type="slidenum">
              <a:rPr lang="en-US" altLang="zh-CN" smtClean="0">
                <a:latin typeface="微软雅黑" panose="020B0503020204020204" pitchFamily="34" charset="-122"/>
                <a:ea typeface="微软雅黑" panose="020B0503020204020204" pitchFamily="34" charset="-122"/>
              </a:rPr>
              <a:pPr algn="r" rtl="0"/>
              <a:t>‹#›</a:t>
            </a:fld>
            <a:endParaRPr lang="en-US" altLang="zh-CN" dirty="0">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246901652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rtl="0">
              <a:defRPr sz="1200">
                <a:latin typeface="微软雅黑" panose="020B0503020204020204" pitchFamily="34" charset="-122"/>
                <a:ea typeface="微软雅黑" panose="020B0503020204020204" pitchFamily="34" charset="-122"/>
              </a:defRPr>
            </a:lvl1pPr>
          </a:lstStyle>
          <a:p>
            <a:endParaRPr lang="zh-CN" altLang="en-US" dirty="0"/>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rtl="0">
              <a:defRPr sz="1200">
                <a:latin typeface="微软雅黑" panose="020B0503020204020204" pitchFamily="34" charset="-122"/>
                <a:ea typeface="微软雅黑" panose="020B0503020204020204" pitchFamily="34" charset="-122"/>
              </a:defRPr>
            </a:lvl1pPr>
          </a:lstStyle>
          <a:p>
            <a:fld id="{229B22C3-6CB1-491B-AD00-E0837F23A3F3}" type="datetime1">
              <a:rPr lang="zh-CN" altLang="en-US" smtClean="0"/>
              <a:pPr/>
              <a:t>2020/5/19</a:t>
            </a:fld>
            <a:endParaRPr lang="zh-CN" altLang="en-US" dirty="0"/>
          </a:p>
        </p:txBody>
      </p:sp>
      <p:sp>
        <p:nvSpPr>
          <p:cNvPr id="4" name="幻灯片图像占位符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pPr rtl="0"/>
            <a:endParaRPr lang="zh-CN" altLang="en-US" noProof="0" dirty="0"/>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rtl="0"/>
            <a:r>
              <a:rPr lang="zh-CN" altLang="en-US" noProof="0" dirty="0"/>
              <a:t>单击此处编辑母版文本样式</a:t>
            </a:r>
          </a:p>
          <a:p>
            <a:pPr lvl="1" rtl="0"/>
            <a:r>
              <a:rPr lang="zh-CN" altLang="en-US" noProof="0" dirty="0"/>
              <a:t>第二级</a:t>
            </a:r>
          </a:p>
          <a:p>
            <a:pPr lvl="2" rtl="0"/>
            <a:r>
              <a:rPr lang="zh-CN" altLang="en-US" noProof="0" dirty="0"/>
              <a:t>第三级</a:t>
            </a:r>
          </a:p>
          <a:p>
            <a:pPr lvl="3" rtl="0"/>
            <a:r>
              <a:rPr lang="zh-CN" altLang="en-US" noProof="0" dirty="0"/>
              <a:t>第四级</a:t>
            </a:r>
          </a:p>
          <a:p>
            <a:pPr lvl="4" rtl="0"/>
            <a:r>
              <a:rPr lang="zh-CN" altLang="en-US" noProof="0" dirty="0"/>
              <a:t>第五级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rtl="0">
              <a:defRPr sz="1200">
                <a:latin typeface="微软雅黑" panose="020B0503020204020204" pitchFamily="34" charset="-122"/>
                <a:ea typeface="微软雅黑" panose="020B0503020204020204" pitchFamily="34" charset="-122"/>
              </a:defRPr>
            </a:lvl1pPr>
          </a:lstStyle>
          <a:p>
            <a:endParaRPr lang="zh-CN" altLang="en-US" dirty="0"/>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rtl="0">
              <a:defRPr sz="1200">
                <a:latin typeface="微软雅黑" panose="020B0503020204020204" pitchFamily="34" charset="-122"/>
                <a:ea typeface="微软雅黑" panose="020B0503020204020204" pitchFamily="34" charset="-122"/>
              </a:defRPr>
            </a:lvl1pPr>
          </a:lstStyle>
          <a:p>
            <a:fld id="{0A3C37BE-C303-496D-B5CD-85F2937540FC}" type="slidenum">
              <a:rPr lang="en-US" altLang="zh-CN" smtClean="0"/>
              <a:pPr/>
              <a:t>‹#›</a:t>
            </a:fld>
            <a:endParaRPr lang="en-US" altLang="zh-CN" dirty="0"/>
          </a:p>
        </p:txBody>
      </p:sp>
    </p:spTree>
    <p:extLst>
      <p:ext uri="{BB962C8B-B14F-4D97-AF65-F5344CB8AC3E}">
        <p14:creationId xmlns:p14="http://schemas.microsoft.com/office/powerpoint/2010/main" val="335084220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微软雅黑" panose="020B0503020204020204" pitchFamily="34" charset="-122"/>
        <a:ea typeface="微软雅黑" panose="020B0503020204020204" pitchFamily="34" charset="-122"/>
        <a:cs typeface="+mn-cs"/>
      </a:defRPr>
    </a:lvl1pPr>
    <a:lvl2pPr marL="457200" algn="l" defTabSz="914400" rtl="0" eaLnBrk="1" latinLnBrk="0" hangingPunct="1">
      <a:defRPr sz="1200" kern="1200">
        <a:solidFill>
          <a:schemeClr val="tx1"/>
        </a:solidFill>
        <a:latin typeface="微软雅黑" panose="020B0503020204020204" pitchFamily="34" charset="-122"/>
        <a:ea typeface="微软雅黑" panose="020B0503020204020204" pitchFamily="34" charset="-122"/>
        <a:cs typeface="+mn-cs"/>
      </a:defRPr>
    </a:lvl2pPr>
    <a:lvl3pPr marL="914400" algn="l" defTabSz="914400" rtl="0" eaLnBrk="1" latinLnBrk="0" hangingPunct="1">
      <a:defRPr sz="1200" kern="1200">
        <a:solidFill>
          <a:schemeClr val="tx1"/>
        </a:solidFill>
        <a:latin typeface="微软雅黑" panose="020B0503020204020204" pitchFamily="34" charset="-122"/>
        <a:ea typeface="微软雅黑" panose="020B0503020204020204" pitchFamily="34" charset="-122"/>
        <a:cs typeface="+mn-cs"/>
      </a:defRPr>
    </a:lvl3pPr>
    <a:lvl4pPr marL="1371600" algn="l" defTabSz="914400" rtl="0" eaLnBrk="1" latinLnBrk="0" hangingPunct="1">
      <a:defRPr sz="1200" kern="1200">
        <a:solidFill>
          <a:schemeClr val="tx1"/>
        </a:solidFill>
        <a:latin typeface="微软雅黑" panose="020B0503020204020204" pitchFamily="34" charset="-122"/>
        <a:ea typeface="微软雅黑" panose="020B0503020204020204" pitchFamily="34" charset="-122"/>
        <a:cs typeface="+mn-cs"/>
      </a:defRPr>
    </a:lvl4pPr>
    <a:lvl5pPr marL="1828800" algn="l" defTabSz="914400" rtl="0" eaLnBrk="1" latinLnBrk="0" hangingPunct="1">
      <a:defRPr sz="1200" kern="1200">
        <a:solidFill>
          <a:schemeClr val="tx1"/>
        </a:solidFill>
        <a:latin typeface="微软雅黑" panose="020B0503020204020204" pitchFamily="34" charset="-122"/>
        <a:ea typeface="微软雅黑" panose="020B0503020204020204" pitchFamily="34" charset="-122"/>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1371600" y="1143000"/>
            <a:ext cx="4114800" cy="3086100"/>
          </a:xfrm>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0A3C37BE-C303-496D-B5CD-85F2937540FC}" type="slidenum">
              <a:rPr lang="en-US" altLang="zh-CN" smtClean="0"/>
              <a:pPr/>
              <a:t>1</a:t>
            </a:fld>
            <a:endParaRPr lang="en-US" altLang="zh-CN" dirty="0"/>
          </a:p>
        </p:txBody>
      </p:sp>
    </p:spTree>
    <p:extLst>
      <p:ext uri="{BB962C8B-B14F-4D97-AF65-F5344CB8AC3E}">
        <p14:creationId xmlns:p14="http://schemas.microsoft.com/office/powerpoint/2010/main" val="849057192"/>
      </p:ext>
    </p:extLst>
  </p:cSld>
  <p:clrMapOvr>
    <a:masterClrMapping/>
  </p:clrMapOvr>
</p:notes>
</file>

<file path=ppt/slideLayouts/_rels/slideLayout1.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标题幻灯片">
    <p:spTree>
      <p:nvGrpSpPr>
        <p:cNvPr id="1" name=""/>
        <p:cNvGrpSpPr/>
        <p:nvPr/>
      </p:nvGrpSpPr>
      <p:grpSpPr>
        <a:xfrm>
          <a:off x="0" y="0"/>
          <a:ext cx="0" cy="0"/>
          <a:chOff x="0" y="0"/>
          <a:chExt cx="0" cy="0"/>
        </a:xfrm>
      </p:grpSpPr>
      <p:sp>
        <p:nvSpPr>
          <p:cNvPr id="7" name="矩形 6"/>
          <p:cNvSpPr/>
          <p:nvPr/>
        </p:nvSpPr>
        <p:spPr>
          <a:xfrm>
            <a:off x="0" y="5778124"/>
            <a:ext cx="9144000" cy="107987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zh-CN" altLang="en-US" sz="1350" noProof="0" dirty="0"/>
          </a:p>
        </p:txBody>
      </p:sp>
      <p:sp>
        <p:nvSpPr>
          <p:cNvPr id="8" name="矩形 7"/>
          <p:cNvSpPr/>
          <p:nvPr/>
        </p:nvSpPr>
        <p:spPr>
          <a:xfrm>
            <a:off x="0" y="0"/>
            <a:ext cx="9144000" cy="107987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zh-CN" altLang="en-US" sz="1350" noProof="0" dirty="0"/>
          </a:p>
        </p:txBody>
      </p:sp>
      <p:sp>
        <p:nvSpPr>
          <p:cNvPr id="2" name="标题 1"/>
          <p:cNvSpPr>
            <a:spLocks noGrp="1"/>
          </p:cNvSpPr>
          <p:nvPr>
            <p:ph type="ctrTitle"/>
          </p:nvPr>
        </p:nvSpPr>
        <p:spPr>
          <a:xfrm>
            <a:off x="828675" y="2292095"/>
            <a:ext cx="7572375" cy="2219691"/>
          </a:xfrm>
        </p:spPr>
        <p:txBody>
          <a:bodyPr rtlCol="0" anchor="ctr">
            <a:normAutofit/>
          </a:bodyPr>
          <a:lstStyle>
            <a:lvl1pPr algn="l" rtl="0">
              <a:defRPr sz="3300" cap="all" baseline="0"/>
            </a:lvl1pPr>
          </a:lstStyle>
          <a:p>
            <a:pPr rtl="0"/>
            <a:r>
              <a:rPr lang="zh-CN" altLang="en-US" noProof="0"/>
              <a:t>单击此处编辑母版标题样式</a:t>
            </a:r>
            <a:endParaRPr lang="zh-CN" altLang="en-US" noProof="0" dirty="0"/>
          </a:p>
        </p:txBody>
      </p:sp>
      <p:sp>
        <p:nvSpPr>
          <p:cNvPr id="3" name="副标题 2"/>
          <p:cNvSpPr>
            <a:spLocks noGrp="1"/>
          </p:cNvSpPr>
          <p:nvPr>
            <p:ph type="subTitle" idx="1"/>
          </p:nvPr>
        </p:nvSpPr>
        <p:spPr>
          <a:xfrm>
            <a:off x="828674" y="4511785"/>
            <a:ext cx="7572376" cy="955565"/>
          </a:xfrm>
        </p:spPr>
        <p:txBody>
          <a:bodyPr rtlCol="0">
            <a:normAutofit/>
          </a:bodyPr>
          <a:lstStyle>
            <a:lvl1pPr marL="0" indent="0" algn="l" rtl="0">
              <a:spcBef>
                <a:spcPts val="0"/>
              </a:spcBef>
              <a:buNone/>
              <a:defRPr sz="1350"/>
            </a:lvl1pPr>
            <a:lvl2pPr marL="342900" indent="0" algn="ctr" rtl="0">
              <a:buNone/>
              <a:defRPr sz="1500"/>
            </a:lvl2pPr>
            <a:lvl3pPr marL="685800" indent="0" algn="ctr" rtl="0">
              <a:buNone/>
              <a:defRPr sz="1350"/>
            </a:lvl3pPr>
            <a:lvl4pPr marL="1028700" indent="0" algn="ctr" rtl="0">
              <a:buNone/>
              <a:defRPr sz="1200"/>
            </a:lvl4pPr>
            <a:lvl5pPr marL="1371600" indent="0" algn="ctr" rtl="0">
              <a:buNone/>
              <a:defRPr sz="1200"/>
            </a:lvl5pPr>
            <a:lvl6pPr marL="1714500" indent="0" algn="ctr" rtl="0">
              <a:buNone/>
              <a:defRPr sz="1200"/>
            </a:lvl6pPr>
            <a:lvl7pPr marL="2057400" indent="0" algn="ctr" rtl="0">
              <a:buNone/>
              <a:defRPr sz="1200"/>
            </a:lvl7pPr>
            <a:lvl8pPr marL="2400300" indent="0" algn="ctr" rtl="0">
              <a:buNone/>
              <a:defRPr sz="1200"/>
            </a:lvl8pPr>
            <a:lvl9pPr marL="2743200" indent="0" algn="ctr" rtl="0">
              <a:buNone/>
              <a:defRPr sz="1200"/>
            </a:lvl9pPr>
          </a:lstStyle>
          <a:p>
            <a:pPr rtl="0"/>
            <a:r>
              <a:rPr lang="zh-CN" altLang="en-US" noProof="0"/>
              <a:t>单击以编辑母版副标题样式</a:t>
            </a:r>
            <a:endParaRPr lang="zh-CN" altLang="en-US" noProof="0" dirty="0"/>
          </a:p>
        </p:txBody>
      </p:sp>
      <p:sp>
        <p:nvSpPr>
          <p:cNvPr id="4" name="日期占位符 3"/>
          <p:cNvSpPr>
            <a:spLocks noGrp="1"/>
          </p:cNvSpPr>
          <p:nvPr>
            <p:ph type="dt" sz="half" idx="10"/>
          </p:nvPr>
        </p:nvSpPr>
        <p:spPr/>
        <p:txBody>
          <a:bodyPr rtlCol="0"/>
          <a:lstStyle>
            <a:lvl1pPr>
              <a:defRPr/>
            </a:lvl1pPr>
          </a:lstStyle>
          <a:p>
            <a:fld id="{A7392AAC-879E-4B39-8824-AF6B730A809E}" type="datetime1">
              <a:rPr lang="zh-CN" altLang="en-US" smtClean="0"/>
              <a:pPr/>
              <a:t>2020/5/19</a:t>
            </a:fld>
            <a:endParaRPr lang="zh-CN" altLang="en-US" dirty="0"/>
          </a:p>
        </p:txBody>
      </p:sp>
      <p:sp>
        <p:nvSpPr>
          <p:cNvPr id="5" name="页脚占位符 4"/>
          <p:cNvSpPr>
            <a:spLocks noGrp="1"/>
          </p:cNvSpPr>
          <p:nvPr>
            <p:ph type="ftr" sz="quarter" idx="11"/>
          </p:nvPr>
        </p:nvSpPr>
        <p:spPr/>
        <p:txBody>
          <a:bodyPr rtlCol="0"/>
          <a:lstStyle/>
          <a:p>
            <a:pPr rtl="0"/>
            <a:endParaRPr lang="zh-CN" altLang="en-US" noProof="0" dirty="0"/>
          </a:p>
        </p:txBody>
      </p:sp>
      <p:sp>
        <p:nvSpPr>
          <p:cNvPr id="6" name="灯片编号占位符 5"/>
          <p:cNvSpPr>
            <a:spLocks noGrp="1"/>
          </p:cNvSpPr>
          <p:nvPr>
            <p:ph type="sldNum" sz="quarter" idx="12"/>
          </p:nvPr>
        </p:nvSpPr>
        <p:spPr/>
        <p:txBody>
          <a:bodyPr rtlCol="0"/>
          <a:lstStyle>
            <a:lvl1pPr algn="r">
              <a:defRPr/>
            </a:lvl1pPr>
          </a:lstStyle>
          <a:p>
            <a:fld id="{0FF54DE5-C571-48E8-A5BC-B369434E2F44}" type="slidenum">
              <a:rPr lang="en-US" altLang="zh-CN" smtClean="0"/>
              <a:pPr/>
              <a:t>‹#›</a:t>
            </a:fld>
            <a:endParaRPr lang="en-US" altLang="zh-CN" dirty="0"/>
          </a:p>
        </p:txBody>
      </p:sp>
      <p:pic>
        <p:nvPicPr>
          <p:cNvPr id="11" name="图 10"/>
          <p:cNvPicPr>
            <a:picLocks noChangeAspect="1"/>
          </p:cNvPicPr>
          <p:nvPr/>
        </p:nvPicPr>
        <p:blipFill rotWithShape="1">
          <a:blip r:embed="rId2" cstate="print">
            <a:duotone>
              <a:schemeClr val="accent2">
                <a:shade val="45000"/>
                <a:satMod val="135000"/>
              </a:schemeClr>
              <a:prstClr val="white"/>
            </a:duotone>
            <a:extLst>
              <a:ext uri="{BEBA8EAE-BF5A-486C-A8C5-ECC9F3942E4B}">
                <a14:imgProps xmlns:a14="http://schemas.microsoft.com/office/drawing/2010/main">
                  <a14:imgLayer r:embed="rId3">
                    <a14:imgEffect>
                      <a14:saturation sat="30000"/>
                    </a14:imgEffect>
                  </a14:imgLayer>
                </a14:imgProps>
              </a:ext>
              <a:ext uri="{28A0092B-C50C-407E-A947-70E740481C1C}">
                <a14:useLocalDpi xmlns:a14="http://schemas.microsoft.com/office/drawing/2010/main" val="0"/>
              </a:ext>
            </a:extLst>
          </a:blip>
          <a:srcRect/>
          <a:stretch/>
        </p:blipFill>
        <p:spPr>
          <a:xfrm>
            <a:off x="993334" y="0"/>
            <a:ext cx="1310643" cy="2292094"/>
          </a:xfrm>
          <a:prstGeom prst="rect">
            <a:avLst/>
          </a:prstGeom>
        </p:spPr>
      </p:pic>
    </p:spTree>
    <p:extLst>
      <p:ext uri="{BB962C8B-B14F-4D97-AF65-F5344CB8AC3E}">
        <p14:creationId xmlns:p14="http://schemas.microsoft.com/office/powerpoint/2010/main" val="165975651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p:txBody>
          <a:bodyPr rtlCol="0"/>
          <a:lstStyle>
            <a:lvl1pPr>
              <a:defRPr>
                <a:latin typeface="微软雅黑" panose="020B0503020204020204" pitchFamily="34" charset="-122"/>
                <a:ea typeface="微软雅黑" panose="020B0503020204020204" pitchFamily="34" charset="-122"/>
              </a:defRPr>
            </a:lvl1pPr>
          </a:lstStyle>
          <a:p>
            <a:pPr rtl="0"/>
            <a:r>
              <a:rPr lang="zh-CN" altLang="en-US" noProof="0"/>
              <a:t>单击此处编辑母版标题样式</a:t>
            </a:r>
            <a:endParaRPr lang="zh-CN" altLang="en-US" noProof="0" dirty="0"/>
          </a:p>
        </p:txBody>
      </p:sp>
      <p:sp>
        <p:nvSpPr>
          <p:cNvPr id="3" name="内容占位符 2"/>
          <p:cNvSpPr>
            <a:spLocks noGrp="1"/>
          </p:cNvSpPr>
          <p:nvPr>
            <p:ph idx="1"/>
          </p:nvPr>
        </p:nvSpPr>
        <p:spPr/>
        <p:txBody>
          <a:bodyPr rtlCol="0"/>
          <a:lstStyle>
            <a:lvl1pPr>
              <a:defRPr>
                <a:latin typeface="微软雅黑" panose="020B0503020204020204" pitchFamily="34" charset="-122"/>
                <a:ea typeface="微软雅黑" panose="020B0503020204020204" pitchFamily="34" charset="-122"/>
              </a:defRPr>
            </a:lvl1pPr>
            <a:lvl2pPr>
              <a:defRPr>
                <a:latin typeface="微软雅黑" panose="020B0503020204020204" pitchFamily="34" charset="-122"/>
                <a:ea typeface="微软雅黑" panose="020B0503020204020204" pitchFamily="34" charset="-122"/>
              </a:defRPr>
            </a:lvl2pPr>
            <a:lvl3pPr>
              <a:defRPr>
                <a:latin typeface="微软雅黑" panose="020B0503020204020204" pitchFamily="34" charset="-122"/>
                <a:ea typeface="微软雅黑" panose="020B0503020204020204" pitchFamily="34" charset="-122"/>
              </a:defRPr>
            </a:lvl3pPr>
            <a:lvl4pPr>
              <a:defRPr>
                <a:latin typeface="微软雅黑" panose="020B0503020204020204" pitchFamily="34" charset="-122"/>
                <a:ea typeface="微软雅黑" panose="020B0503020204020204" pitchFamily="34" charset="-122"/>
              </a:defRPr>
            </a:lvl4pPr>
            <a:lvl5pPr>
              <a:defRPr>
                <a:latin typeface="微软雅黑" panose="020B0503020204020204" pitchFamily="34" charset="-122"/>
                <a:ea typeface="微软雅黑" panose="020B0503020204020204" pitchFamily="34" charset="-122"/>
              </a:defRPr>
            </a:lvl5pPr>
          </a:lstStyle>
          <a:p>
            <a:pPr lvl="0" rtl="0"/>
            <a:r>
              <a:rPr lang="zh-CN" altLang="en-US" noProof="0"/>
              <a:t>编辑母版文本样式</a:t>
            </a:r>
          </a:p>
          <a:p>
            <a:pPr lvl="1" rtl="0"/>
            <a:r>
              <a:rPr lang="zh-CN" altLang="en-US" noProof="0"/>
              <a:t>第二级</a:t>
            </a:r>
          </a:p>
          <a:p>
            <a:pPr lvl="2" rtl="0"/>
            <a:r>
              <a:rPr lang="zh-CN" altLang="en-US" noProof="0"/>
              <a:t>第三级</a:t>
            </a:r>
          </a:p>
          <a:p>
            <a:pPr lvl="3" rtl="0"/>
            <a:r>
              <a:rPr lang="zh-CN" altLang="en-US" noProof="0"/>
              <a:t>第四级</a:t>
            </a:r>
          </a:p>
          <a:p>
            <a:pPr lvl="4" rtl="0"/>
            <a:r>
              <a:rPr lang="zh-CN" altLang="en-US" noProof="0"/>
              <a:t>第五级</a:t>
            </a:r>
            <a:endParaRPr lang="zh-CN" altLang="en-US" noProof="0" dirty="0"/>
          </a:p>
        </p:txBody>
      </p:sp>
      <p:sp>
        <p:nvSpPr>
          <p:cNvPr id="4" name="日期占位符 3"/>
          <p:cNvSpPr>
            <a:spLocks noGrp="1"/>
          </p:cNvSpPr>
          <p:nvPr>
            <p:ph type="dt" sz="half" idx="10"/>
          </p:nvPr>
        </p:nvSpPr>
        <p:spPr/>
        <p:txBody>
          <a:bodyPr rtlCol="0"/>
          <a:lstStyle>
            <a:lvl1pPr>
              <a:defRPr>
                <a:latin typeface="微软雅黑" panose="020B0503020204020204" pitchFamily="34" charset="-122"/>
                <a:ea typeface="微软雅黑" panose="020B0503020204020204" pitchFamily="34" charset="-122"/>
              </a:defRPr>
            </a:lvl1pPr>
          </a:lstStyle>
          <a:p>
            <a:fld id="{9BA78444-6099-4C0A-A3A9-C6F3C5D7F289}" type="datetime1">
              <a:rPr lang="zh-CN" altLang="en-US" smtClean="0"/>
              <a:pPr/>
              <a:t>2020/5/19</a:t>
            </a:fld>
            <a:endParaRPr lang="zh-CN" altLang="en-US" dirty="0"/>
          </a:p>
        </p:txBody>
      </p:sp>
      <p:sp>
        <p:nvSpPr>
          <p:cNvPr id="5" name="页脚占位符 4"/>
          <p:cNvSpPr>
            <a:spLocks noGrp="1"/>
          </p:cNvSpPr>
          <p:nvPr>
            <p:ph type="ftr" sz="quarter" idx="11"/>
          </p:nvPr>
        </p:nvSpPr>
        <p:spPr/>
        <p:txBody>
          <a:bodyPr rtlCol="0"/>
          <a:lstStyle>
            <a:lvl1pPr>
              <a:defRPr>
                <a:latin typeface="微软雅黑" panose="020B0503020204020204" pitchFamily="34" charset="-122"/>
                <a:ea typeface="微软雅黑" panose="020B0503020204020204" pitchFamily="34" charset="-122"/>
              </a:defRPr>
            </a:lvl1pPr>
          </a:lstStyle>
          <a:p>
            <a:endParaRPr lang="zh-CN" altLang="en-US" noProof="0" dirty="0"/>
          </a:p>
        </p:txBody>
      </p:sp>
      <p:sp>
        <p:nvSpPr>
          <p:cNvPr id="6" name="灯片编号占位符 5"/>
          <p:cNvSpPr>
            <a:spLocks noGrp="1"/>
          </p:cNvSpPr>
          <p:nvPr>
            <p:ph type="sldNum" sz="quarter" idx="12"/>
          </p:nvPr>
        </p:nvSpPr>
        <p:spPr/>
        <p:txBody>
          <a:bodyPr rtlCol="0"/>
          <a:lstStyle>
            <a:lvl1pPr algn="r">
              <a:defRPr>
                <a:latin typeface="微软雅黑" panose="020B0503020204020204" pitchFamily="34" charset="-122"/>
                <a:ea typeface="微软雅黑" panose="020B0503020204020204" pitchFamily="34" charset="-122"/>
              </a:defRPr>
            </a:lvl1pPr>
          </a:lstStyle>
          <a:p>
            <a:fld id="{0FF54DE5-C571-48E8-A5BC-B369434E2F44}" type="slidenum">
              <a:rPr lang="en-US" altLang="zh-CN" smtClean="0"/>
              <a:pPr/>
              <a:t>‹#›</a:t>
            </a:fld>
            <a:endParaRPr lang="zh-CN" altLang="en-US" dirty="0"/>
          </a:p>
        </p:txBody>
      </p:sp>
    </p:spTree>
    <p:extLst>
      <p:ext uri="{BB962C8B-B14F-4D97-AF65-F5344CB8AC3E}">
        <p14:creationId xmlns:p14="http://schemas.microsoft.com/office/powerpoint/2010/main" val="378687682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p:cSld name="包含图片的标题幻灯片">
    <p:spTree>
      <p:nvGrpSpPr>
        <p:cNvPr id="1" name=""/>
        <p:cNvGrpSpPr/>
        <p:nvPr/>
      </p:nvGrpSpPr>
      <p:grpSpPr>
        <a:xfrm>
          <a:off x="0" y="0"/>
          <a:ext cx="0" cy="0"/>
          <a:chOff x="0" y="0"/>
          <a:chExt cx="0" cy="0"/>
        </a:xfrm>
      </p:grpSpPr>
      <p:grpSp>
        <p:nvGrpSpPr>
          <p:cNvPr id="13" name="组 12"/>
          <p:cNvGrpSpPr/>
          <p:nvPr/>
        </p:nvGrpSpPr>
        <p:grpSpPr>
          <a:xfrm rot="10800000">
            <a:off x="0" y="5645511"/>
            <a:ext cx="9144000" cy="63125"/>
            <a:chOff x="507492" y="1501519"/>
            <a:chExt cx="8129016" cy="63125"/>
          </a:xfrm>
        </p:grpSpPr>
        <p:cxnSp>
          <p:nvCxnSpPr>
            <p:cNvPr id="17" name="直接连接符 16"/>
            <p:cNvCxnSpPr/>
            <p:nvPr/>
          </p:nvCxnSpPr>
          <p:spPr>
            <a:xfrm>
              <a:off x="507492" y="1564644"/>
              <a:ext cx="8129016" cy="0"/>
            </a:xfrm>
            <a:prstGeom prst="line">
              <a:avLst/>
            </a:prstGeom>
            <a:ln w="38100" cap="flat">
              <a:solidFill>
                <a:schemeClr val="tx1"/>
              </a:solidFill>
              <a:miter lim="800000"/>
            </a:ln>
          </p:spPr>
          <p:style>
            <a:lnRef idx="1">
              <a:schemeClr val="accent1"/>
            </a:lnRef>
            <a:fillRef idx="0">
              <a:schemeClr val="accent1"/>
            </a:fillRef>
            <a:effectRef idx="0">
              <a:schemeClr val="accent1"/>
            </a:effectRef>
            <a:fontRef idx="minor">
              <a:schemeClr val="tx1"/>
            </a:fontRef>
          </p:style>
        </p:cxnSp>
        <p:cxnSp>
          <p:nvCxnSpPr>
            <p:cNvPr id="18" name="直接连接符 17"/>
            <p:cNvCxnSpPr/>
            <p:nvPr/>
          </p:nvCxnSpPr>
          <p:spPr>
            <a:xfrm>
              <a:off x="507492" y="1501519"/>
              <a:ext cx="8129016" cy="0"/>
            </a:xfrm>
            <a:prstGeom prst="line">
              <a:avLst/>
            </a:prstGeom>
            <a:ln w="12700" cap="flat">
              <a:solidFill>
                <a:schemeClr val="tx1"/>
              </a:solidFill>
              <a:miter lim="800000"/>
            </a:ln>
          </p:spPr>
          <p:style>
            <a:lnRef idx="1">
              <a:schemeClr val="accent1"/>
            </a:lnRef>
            <a:fillRef idx="0">
              <a:schemeClr val="accent1"/>
            </a:fillRef>
            <a:effectRef idx="0">
              <a:schemeClr val="accent1"/>
            </a:effectRef>
            <a:fontRef idx="minor">
              <a:schemeClr val="tx1"/>
            </a:fontRef>
          </p:style>
        </p:cxnSp>
      </p:grpSp>
      <p:grpSp>
        <p:nvGrpSpPr>
          <p:cNvPr id="14" name="组 13"/>
          <p:cNvGrpSpPr/>
          <p:nvPr/>
        </p:nvGrpSpPr>
        <p:grpSpPr>
          <a:xfrm>
            <a:off x="0" y="1143001"/>
            <a:ext cx="9144000" cy="63125"/>
            <a:chOff x="507492" y="1501519"/>
            <a:chExt cx="8129016" cy="63125"/>
          </a:xfrm>
        </p:grpSpPr>
        <p:cxnSp>
          <p:nvCxnSpPr>
            <p:cNvPr id="15" name="直接连接符​ 14"/>
            <p:cNvCxnSpPr/>
            <p:nvPr/>
          </p:nvCxnSpPr>
          <p:spPr>
            <a:xfrm>
              <a:off x="507492" y="1564644"/>
              <a:ext cx="8129016" cy="0"/>
            </a:xfrm>
            <a:prstGeom prst="line">
              <a:avLst/>
            </a:prstGeom>
            <a:ln w="38100" cap="flat">
              <a:solidFill>
                <a:schemeClr val="tx1"/>
              </a:solidFill>
              <a:miter lim="800000"/>
            </a:ln>
          </p:spPr>
          <p:style>
            <a:lnRef idx="1">
              <a:schemeClr val="accent1"/>
            </a:lnRef>
            <a:fillRef idx="0">
              <a:schemeClr val="accent1"/>
            </a:fillRef>
            <a:effectRef idx="0">
              <a:schemeClr val="accent1"/>
            </a:effectRef>
            <a:fontRef idx="minor">
              <a:schemeClr val="tx1"/>
            </a:fontRef>
          </p:style>
        </p:cxnSp>
        <p:cxnSp>
          <p:nvCxnSpPr>
            <p:cNvPr id="16" name="直接连接符 15"/>
            <p:cNvCxnSpPr/>
            <p:nvPr/>
          </p:nvCxnSpPr>
          <p:spPr>
            <a:xfrm>
              <a:off x="507492" y="1501519"/>
              <a:ext cx="8129016" cy="0"/>
            </a:xfrm>
            <a:prstGeom prst="line">
              <a:avLst/>
            </a:prstGeom>
            <a:ln w="12700" cap="flat">
              <a:solidFill>
                <a:schemeClr val="tx1"/>
              </a:solidFill>
              <a:miter lim="800000"/>
            </a:ln>
          </p:spPr>
          <p:style>
            <a:lnRef idx="1">
              <a:schemeClr val="accent1"/>
            </a:lnRef>
            <a:fillRef idx="0">
              <a:schemeClr val="accent1"/>
            </a:fillRef>
            <a:effectRef idx="0">
              <a:schemeClr val="accent1"/>
            </a:effectRef>
            <a:fontRef idx="minor">
              <a:schemeClr val="tx1"/>
            </a:fontRef>
          </p:style>
        </p:cxnSp>
      </p:grpSp>
      <p:sp>
        <p:nvSpPr>
          <p:cNvPr id="7" name="矩形 6"/>
          <p:cNvSpPr/>
          <p:nvPr/>
        </p:nvSpPr>
        <p:spPr>
          <a:xfrm>
            <a:off x="0" y="5778124"/>
            <a:ext cx="9144000" cy="107987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zh-CN" altLang="en-US" sz="1350" noProof="0" dirty="0">
              <a:latin typeface="微软雅黑" panose="020B0503020204020204" pitchFamily="34" charset="-122"/>
              <a:ea typeface="微软雅黑" panose="020B0503020204020204" pitchFamily="34" charset="-122"/>
            </a:endParaRPr>
          </a:p>
        </p:txBody>
      </p:sp>
      <p:sp>
        <p:nvSpPr>
          <p:cNvPr id="8" name="矩形 7"/>
          <p:cNvSpPr/>
          <p:nvPr/>
        </p:nvSpPr>
        <p:spPr>
          <a:xfrm>
            <a:off x="0" y="0"/>
            <a:ext cx="9144000" cy="107987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zh-CN" altLang="en-US" sz="1350" noProof="0" dirty="0">
              <a:latin typeface="微软雅黑" panose="020B0503020204020204" pitchFamily="34" charset="-122"/>
              <a:ea typeface="微软雅黑" panose="020B0503020204020204" pitchFamily="34" charset="-122"/>
            </a:endParaRPr>
          </a:p>
        </p:txBody>
      </p:sp>
      <p:sp>
        <p:nvSpPr>
          <p:cNvPr id="2" name="标题 1"/>
          <p:cNvSpPr>
            <a:spLocks noGrp="1"/>
          </p:cNvSpPr>
          <p:nvPr>
            <p:ph type="ctrTitle"/>
          </p:nvPr>
        </p:nvSpPr>
        <p:spPr>
          <a:xfrm>
            <a:off x="828675" y="2292095"/>
            <a:ext cx="4300538" cy="2219691"/>
          </a:xfrm>
        </p:spPr>
        <p:txBody>
          <a:bodyPr rtlCol="0" anchor="ctr">
            <a:normAutofit/>
          </a:bodyPr>
          <a:lstStyle>
            <a:lvl1pPr algn="l" rtl="0">
              <a:defRPr sz="3300" cap="all" baseline="0">
                <a:latin typeface="微软雅黑" panose="020B0503020204020204" pitchFamily="34" charset="-122"/>
                <a:ea typeface="微软雅黑" panose="020B0503020204020204" pitchFamily="34" charset="-122"/>
              </a:defRPr>
            </a:lvl1pPr>
          </a:lstStyle>
          <a:p>
            <a:pPr rtl="0"/>
            <a:r>
              <a:rPr lang="zh-CN" altLang="en-US" noProof="0"/>
              <a:t>单击此处编辑母版标题样式</a:t>
            </a:r>
            <a:endParaRPr lang="zh-CN" altLang="en-US" noProof="0" dirty="0"/>
          </a:p>
        </p:txBody>
      </p:sp>
      <p:sp>
        <p:nvSpPr>
          <p:cNvPr id="3" name="副标题 2"/>
          <p:cNvSpPr>
            <a:spLocks noGrp="1"/>
          </p:cNvSpPr>
          <p:nvPr>
            <p:ph type="subTitle" idx="1"/>
          </p:nvPr>
        </p:nvSpPr>
        <p:spPr>
          <a:xfrm>
            <a:off x="828675" y="4511785"/>
            <a:ext cx="4300538" cy="955565"/>
          </a:xfrm>
        </p:spPr>
        <p:txBody>
          <a:bodyPr rtlCol="0">
            <a:normAutofit/>
          </a:bodyPr>
          <a:lstStyle>
            <a:lvl1pPr marL="0" indent="0" algn="l" rtl="0">
              <a:spcBef>
                <a:spcPts val="0"/>
              </a:spcBef>
              <a:buNone/>
              <a:defRPr sz="1350">
                <a:latin typeface="微软雅黑" panose="020B0503020204020204" pitchFamily="34" charset="-122"/>
                <a:ea typeface="微软雅黑" panose="020B0503020204020204" pitchFamily="34" charset="-122"/>
              </a:defRPr>
            </a:lvl1pPr>
            <a:lvl2pPr marL="342900" indent="0" algn="ctr" rtl="0">
              <a:buNone/>
              <a:defRPr sz="1500"/>
            </a:lvl2pPr>
            <a:lvl3pPr marL="685800" indent="0" algn="ctr" rtl="0">
              <a:buNone/>
              <a:defRPr sz="1350"/>
            </a:lvl3pPr>
            <a:lvl4pPr marL="1028700" indent="0" algn="ctr" rtl="0">
              <a:buNone/>
              <a:defRPr sz="1200"/>
            </a:lvl4pPr>
            <a:lvl5pPr marL="1371600" indent="0" algn="ctr" rtl="0">
              <a:buNone/>
              <a:defRPr sz="1200"/>
            </a:lvl5pPr>
            <a:lvl6pPr marL="1714500" indent="0" algn="ctr" rtl="0">
              <a:buNone/>
              <a:defRPr sz="1200"/>
            </a:lvl6pPr>
            <a:lvl7pPr marL="2057400" indent="0" algn="ctr" rtl="0">
              <a:buNone/>
              <a:defRPr sz="1200"/>
            </a:lvl7pPr>
            <a:lvl8pPr marL="2400300" indent="0" algn="ctr" rtl="0">
              <a:buNone/>
              <a:defRPr sz="1200"/>
            </a:lvl8pPr>
            <a:lvl9pPr marL="2743200" indent="0" algn="ctr" rtl="0">
              <a:buNone/>
              <a:defRPr sz="1200"/>
            </a:lvl9pPr>
          </a:lstStyle>
          <a:p>
            <a:pPr rtl="0"/>
            <a:r>
              <a:rPr lang="zh-CN" altLang="en-US" noProof="0"/>
              <a:t>单击以编辑母版副标题样式</a:t>
            </a:r>
            <a:endParaRPr lang="zh-CN" altLang="en-US" noProof="0" dirty="0"/>
          </a:p>
        </p:txBody>
      </p:sp>
      <p:pic>
        <p:nvPicPr>
          <p:cNvPr id="10" name="图 9"/>
          <p:cNvPicPr>
            <a:picLocks noChangeAspect="1"/>
          </p:cNvPicPr>
          <p:nvPr/>
        </p:nvPicPr>
        <p:blipFill rotWithShape="1">
          <a:blip r:embed="rId2" cstate="print">
            <a:duotone>
              <a:schemeClr val="accent2">
                <a:shade val="45000"/>
                <a:satMod val="135000"/>
              </a:schemeClr>
              <a:prstClr val="white"/>
            </a:duotone>
            <a:extLst>
              <a:ext uri="{BEBA8EAE-BF5A-486C-A8C5-ECC9F3942E4B}">
                <a14:imgProps xmlns:a14="http://schemas.microsoft.com/office/drawing/2010/main">
                  <a14:imgLayer r:embed="rId3">
                    <a14:imgEffect>
                      <a14:saturation sat="30000"/>
                    </a14:imgEffect>
                  </a14:imgLayer>
                </a14:imgProps>
              </a:ext>
              <a:ext uri="{28A0092B-C50C-407E-A947-70E740481C1C}">
                <a14:useLocalDpi xmlns:a14="http://schemas.microsoft.com/office/drawing/2010/main" val="0"/>
              </a:ext>
            </a:extLst>
          </a:blip>
          <a:srcRect/>
          <a:stretch/>
        </p:blipFill>
        <p:spPr>
          <a:xfrm>
            <a:off x="994410" y="0"/>
            <a:ext cx="1310643" cy="2292094"/>
          </a:xfrm>
          <a:prstGeom prst="rect">
            <a:avLst/>
          </a:prstGeom>
        </p:spPr>
      </p:pic>
      <p:sp>
        <p:nvSpPr>
          <p:cNvPr id="11" name="图片占位符 10"/>
          <p:cNvSpPr>
            <a:spLocks noGrp="1"/>
          </p:cNvSpPr>
          <p:nvPr>
            <p:ph type="pic" sz="quarter" idx="13"/>
          </p:nvPr>
        </p:nvSpPr>
        <p:spPr>
          <a:xfrm>
            <a:off x="5235798" y="1310656"/>
            <a:ext cx="3908203" cy="4208604"/>
          </a:xfrm>
          <a:solidFill>
            <a:schemeClr val="tx1">
              <a:lumMod val="20000"/>
              <a:lumOff val="80000"/>
            </a:schemeClr>
          </a:solidFill>
        </p:spPr>
        <p:txBody>
          <a:bodyPr tIns="1005840" rtlCol="0"/>
          <a:lstStyle>
            <a:lvl1pPr marL="0" indent="0" algn="ctr" rtl="0">
              <a:buNone/>
              <a:defRPr>
                <a:latin typeface="微软雅黑" panose="020B0503020204020204" pitchFamily="34" charset="-122"/>
                <a:ea typeface="微软雅黑" panose="020B0503020204020204" pitchFamily="34" charset="-122"/>
              </a:defRPr>
            </a:lvl1pPr>
          </a:lstStyle>
          <a:p>
            <a:pPr rtl="0"/>
            <a:r>
              <a:rPr lang="zh-CN" altLang="en-US" noProof="0"/>
              <a:t>单击图标添加图片</a:t>
            </a:r>
            <a:endParaRPr lang="zh-CN" altLang="en-US" noProof="0" dirty="0"/>
          </a:p>
        </p:txBody>
      </p:sp>
      <p:sp>
        <p:nvSpPr>
          <p:cNvPr id="19" name="说明文字"/>
          <p:cNvSpPr/>
          <p:nvPr/>
        </p:nvSpPr>
        <p:spPr>
          <a:xfrm>
            <a:off x="9258300" y="0"/>
            <a:ext cx="971550" cy="6858000"/>
          </a:xfrm>
          <a:prstGeom prst="roundRect">
            <a:avLst>
              <a:gd name="adj" fmla="val 9717"/>
            </a:avLst>
          </a:prstGeom>
          <a:solidFill>
            <a:srgbClr val="A6A6A6"/>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t" anchorCtr="0" forceAA="0" compatLnSpc="1">
            <a:prstTxWarp prst="textNoShape">
              <a:avLst/>
            </a:prstTxWarp>
            <a:noAutofit/>
          </a:bodyPr>
          <a:lstStyle/>
          <a:p>
            <a:pPr rtl="0"/>
            <a:r>
              <a:rPr lang="zh-CN" altLang="en-US" sz="900" b="1" i="1" noProof="0" dirty="0">
                <a:latin typeface="微软雅黑" panose="020B0503020204020204" pitchFamily="34" charset="-122"/>
                <a:ea typeface="微软雅黑" panose="020B0503020204020204" pitchFamily="34" charset="-122"/>
                <a:cs typeface="Arial" pitchFamily="34" charset="0"/>
              </a:rPr>
              <a:t>注意：</a:t>
            </a:r>
          </a:p>
          <a:p>
            <a:pPr rtl="0"/>
            <a:r>
              <a:rPr lang="zh-CN" altLang="en-US" sz="900" i="1" noProof="0" dirty="0">
                <a:latin typeface="微软雅黑" panose="020B0503020204020204" pitchFamily="34" charset="-122"/>
                <a:ea typeface="微软雅黑" panose="020B0503020204020204" pitchFamily="34" charset="-122"/>
                <a:cs typeface="Arial" pitchFamily="34" charset="0"/>
              </a:rPr>
              <a:t>若要更改此幻灯片上的图像，请选择该图片，并将其删除。然后单击占位符中的图片图标以插入自己的图像。</a:t>
            </a:r>
          </a:p>
        </p:txBody>
      </p:sp>
    </p:spTree>
    <p:extLst>
      <p:ext uri="{BB962C8B-B14F-4D97-AF65-F5344CB8AC3E}">
        <p14:creationId xmlns:p14="http://schemas.microsoft.com/office/powerpoint/2010/main" val="267394360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secHead" preserve="1">
  <p:cSld name="节标题">
    <p:spTree>
      <p:nvGrpSpPr>
        <p:cNvPr id="1" name=""/>
        <p:cNvGrpSpPr/>
        <p:nvPr/>
      </p:nvGrpSpPr>
      <p:grpSpPr>
        <a:xfrm>
          <a:off x="0" y="0"/>
          <a:ext cx="0" cy="0"/>
          <a:chOff x="0" y="0"/>
          <a:chExt cx="0" cy="0"/>
        </a:xfrm>
      </p:grpSpPr>
      <p:grpSp>
        <p:nvGrpSpPr>
          <p:cNvPr id="8" name="组 7"/>
          <p:cNvGrpSpPr/>
          <p:nvPr/>
        </p:nvGrpSpPr>
        <p:grpSpPr>
          <a:xfrm>
            <a:off x="0" y="2514601"/>
            <a:ext cx="9144000" cy="3194035"/>
            <a:chOff x="647402" y="2514600"/>
            <a:chExt cx="10838688" cy="3194035"/>
          </a:xfrm>
        </p:grpSpPr>
        <p:grpSp>
          <p:nvGrpSpPr>
            <p:cNvPr id="9" name="组 8"/>
            <p:cNvGrpSpPr/>
            <p:nvPr/>
          </p:nvGrpSpPr>
          <p:grpSpPr>
            <a:xfrm>
              <a:off x="647402" y="2514600"/>
              <a:ext cx="10838688" cy="63125"/>
              <a:chOff x="507492" y="1501519"/>
              <a:chExt cx="8129016" cy="63125"/>
            </a:xfrm>
          </p:grpSpPr>
          <p:cxnSp>
            <p:nvCxnSpPr>
              <p:cNvPr id="14" name="直接连接符 13"/>
              <p:cNvCxnSpPr/>
              <p:nvPr/>
            </p:nvCxnSpPr>
            <p:spPr>
              <a:xfrm>
                <a:off x="507492" y="1564644"/>
                <a:ext cx="8129016" cy="0"/>
              </a:xfrm>
              <a:prstGeom prst="line">
                <a:avLst/>
              </a:prstGeom>
              <a:ln w="38100" cap="flat">
                <a:solidFill>
                  <a:schemeClr val="tx1"/>
                </a:solidFill>
                <a:miter lim="800000"/>
              </a:ln>
            </p:spPr>
            <p:style>
              <a:lnRef idx="1">
                <a:schemeClr val="accent1"/>
              </a:lnRef>
              <a:fillRef idx="0">
                <a:schemeClr val="accent1"/>
              </a:fillRef>
              <a:effectRef idx="0">
                <a:schemeClr val="accent1"/>
              </a:effectRef>
              <a:fontRef idx="minor">
                <a:schemeClr val="tx1"/>
              </a:fontRef>
            </p:style>
          </p:cxnSp>
          <p:cxnSp>
            <p:nvCxnSpPr>
              <p:cNvPr id="15" name="直接连接符​ 14"/>
              <p:cNvCxnSpPr/>
              <p:nvPr/>
            </p:nvCxnSpPr>
            <p:spPr>
              <a:xfrm>
                <a:off x="507492" y="1501519"/>
                <a:ext cx="8129016" cy="0"/>
              </a:xfrm>
              <a:prstGeom prst="line">
                <a:avLst/>
              </a:prstGeom>
              <a:ln w="12700" cap="flat">
                <a:solidFill>
                  <a:schemeClr val="tx1"/>
                </a:solidFill>
                <a:miter lim="800000"/>
              </a:ln>
            </p:spPr>
            <p:style>
              <a:lnRef idx="1">
                <a:schemeClr val="accent1"/>
              </a:lnRef>
              <a:fillRef idx="0">
                <a:schemeClr val="accent1"/>
              </a:fillRef>
              <a:effectRef idx="0">
                <a:schemeClr val="accent1"/>
              </a:effectRef>
              <a:fontRef idx="minor">
                <a:schemeClr val="tx1"/>
              </a:fontRef>
            </p:style>
          </p:cxnSp>
        </p:grpSp>
        <p:sp>
          <p:nvSpPr>
            <p:cNvPr id="10" name="矩形 9"/>
            <p:cNvSpPr/>
            <p:nvPr/>
          </p:nvSpPr>
          <p:spPr>
            <a:xfrm>
              <a:off x="647402" y="2640850"/>
              <a:ext cx="10838688" cy="2941536"/>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zh-CN" altLang="en-US" sz="1350" noProof="0" dirty="0">
                <a:latin typeface="微软雅黑" panose="020B0503020204020204" pitchFamily="34" charset="-122"/>
                <a:ea typeface="微软雅黑" panose="020B0503020204020204" pitchFamily="34" charset="-122"/>
              </a:endParaRPr>
            </a:p>
          </p:txBody>
        </p:sp>
        <p:grpSp>
          <p:nvGrpSpPr>
            <p:cNvPr id="11" name="组 10"/>
            <p:cNvGrpSpPr/>
            <p:nvPr/>
          </p:nvGrpSpPr>
          <p:grpSpPr>
            <a:xfrm rot="10800000">
              <a:off x="647402" y="5645510"/>
              <a:ext cx="10838688" cy="63125"/>
              <a:chOff x="507492" y="1501519"/>
              <a:chExt cx="8129016" cy="63125"/>
            </a:xfrm>
          </p:grpSpPr>
          <p:cxnSp>
            <p:nvCxnSpPr>
              <p:cNvPr id="12" name="直接连接符​ 11"/>
              <p:cNvCxnSpPr/>
              <p:nvPr/>
            </p:nvCxnSpPr>
            <p:spPr>
              <a:xfrm>
                <a:off x="507492" y="1564644"/>
                <a:ext cx="8129016" cy="0"/>
              </a:xfrm>
              <a:prstGeom prst="line">
                <a:avLst/>
              </a:prstGeom>
              <a:ln w="38100" cap="flat">
                <a:solidFill>
                  <a:schemeClr val="tx1"/>
                </a:solidFill>
                <a:miter lim="800000"/>
              </a:ln>
            </p:spPr>
            <p:style>
              <a:lnRef idx="1">
                <a:schemeClr val="accent1"/>
              </a:lnRef>
              <a:fillRef idx="0">
                <a:schemeClr val="accent1"/>
              </a:fillRef>
              <a:effectRef idx="0">
                <a:schemeClr val="accent1"/>
              </a:effectRef>
              <a:fontRef idx="minor">
                <a:schemeClr val="tx1"/>
              </a:fontRef>
            </p:style>
          </p:cxnSp>
          <p:cxnSp>
            <p:nvCxnSpPr>
              <p:cNvPr id="13" name="直接连接符​​ 12"/>
              <p:cNvCxnSpPr/>
              <p:nvPr/>
            </p:nvCxnSpPr>
            <p:spPr>
              <a:xfrm>
                <a:off x="507492" y="1501519"/>
                <a:ext cx="8129016" cy="0"/>
              </a:xfrm>
              <a:prstGeom prst="line">
                <a:avLst/>
              </a:prstGeom>
              <a:ln w="12700" cap="flat">
                <a:solidFill>
                  <a:schemeClr val="tx1"/>
                </a:solidFill>
                <a:miter lim="800000"/>
              </a:ln>
            </p:spPr>
            <p:style>
              <a:lnRef idx="1">
                <a:schemeClr val="accent1"/>
              </a:lnRef>
              <a:fillRef idx="0">
                <a:schemeClr val="accent1"/>
              </a:fillRef>
              <a:effectRef idx="0">
                <a:schemeClr val="accent1"/>
              </a:effectRef>
              <a:fontRef idx="minor">
                <a:schemeClr val="tx1"/>
              </a:fontRef>
            </p:style>
          </p:cxnSp>
        </p:grpSp>
      </p:grpSp>
      <p:sp>
        <p:nvSpPr>
          <p:cNvPr id="2" name="标题 1"/>
          <p:cNvSpPr>
            <a:spLocks noGrp="1"/>
          </p:cNvSpPr>
          <p:nvPr>
            <p:ph type="title"/>
          </p:nvPr>
        </p:nvSpPr>
        <p:spPr>
          <a:xfrm>
            <a:off x="828675" y="2971806"/>
            <a:ext cx="7553324" cy="1684150"/>
          </a:xfrm>
        </p:spPr>
        <p:txBody>
          <a:bodyPr rtlCol="0" anchor="ctr">
            <a:normAutofit/>
          </a:bodyPr>
          <a:lstStyle>
            <a:lvl1pPr algn="l" rtl="0">
              <a:defRPr sz="3300" cap="all" baseline="0">
                <a:solidFill>
                  <a:schemeClr val="bg1"/>
                </a:solidFill>
                <a:latin typeface="微软雅黑" panose="020B0503020204020204" pitchFamily="34" charset="-122"/>
                <a:ea typeface="微软雅黑" panose="020B0503020204020204" pitchFamily="34" charset="-122"/>
              </a:defRPr>
            </a:lvl1pPr>
          </a:lstStyle>
          <a:p>
            <a:pPr rtl="0"/>
            <a:r>
              <a:rPr lang="zh-CN" altLang="en-US" noProof="0"/>
              <a:t>单击此处编辑母版标题样式</a:t>
            </a:r>
            <a:endParaRPr lang="zh-CN" altLang="en-US" noProof="0" dirty="0"/>
          </a:p>
        </p:txBody>
      </p:sp>
      <p:sp>
        <p:nvSpPr>
          <p:cNvPr id="3" name="文本占位符 2"/>
          <p:cNvSpPr>
            <a:spLocks noGrp="1"/>
          </p:cNvSpPr>
          <p:nvPr>
            <p:ph type="body" idx="1"/>
          </p:nvPr>
        </p:nvSpPr>
        <p:spPr>
          <a:xfrm>
            <a:off x="828675" y="4655956"/>
            <a:ext cx="7553324" cy="509750"/>
          </a:xfrm>
        </p:spPr>
        <p:txBody>
          <a:bodyPr rtlCol="0">
            <a:normAutofit/>
          </a:bodyPr>
          <a:lstStyle>
            <a:lvl1pPr marL="0" indent="0" algn="l" rtl="0">
              <a:spcBef>
                <a:spcPts val="0"/>
              </a:spcBef>
              <a:buNone/>
              <a:defRPr sz="1200">
                <a:solidFill>
                  <a:schemeClr val="bg1"/>
                </a:solidFill>
                <a:latin typeface="微软雅黑" panose="020B0503020204020204" pitchFamily="34" charset="-122"/>
                <a:ea typeface="微软雅黑" panose="020B0503020204020204" pitchFamily="34" charset="-122"/>
              </a:defRPr>
            </a:lvl1pPr>
            <a:lvl2pPr marL="342900" indent="0" algn="l" rtl="0">
              <a:buNone/>
              <a:defRPr sz="1500">
                <a:solidFill>
                  <a:schemeClr val="tx1">
                    <a:tint val="75000"/>
                  </a:schemeClr>
                </a:solidFill>
              </a:defRPr>
            </a:lvl2pPr>
            <a:lvl3pPr marL="685800" indent="0" algn="l" rtl="0">
              <a:buNone/>
              <a:defRPr sz="1350">
                <a:solidFill>
                  <a:schemeClr val="tx1">
                    <a:tint val="75000"/>
                  </a:schemeClr>
                </a:solidFill>
              </a:defRPr>
            </a:lvl3pPr>
            <a:lvl4pPr marL="1028700" indent="0" algn="l" rtl="0">
              <a:buNone/>
              <a:defRPr sz="1200">
                <a:solidFill>
                  <a:schemeClr val="tx1">
                    <a:tint val="75000"/>
                  </a:schemeClr>
                </a:solidFill>
              </a:defRPr>
            </a:lvl4pPr>
            <a:lvl5pPr marL="1371600" indent="0" algn="l" rtl="0">
              <a:buNone/>
              <a:defRPr sz="1200">
                <a:solidFill>
                  <a:schemeClr val="tx1">
                    <a:tint val="75000"/>
                  </a:schemeClr>
                </a:solidFill>
              </a:defRPr>
            </a:lvl5pPr>
            <a:lvl6pPr marL="1714500" indent="0" algn="l" rtl="0">
              <a:buNone/>
              <a:defRPr sz="1200">
                <a:solidFill>
                  <a:schemeClr val="tx1">
                    <a:tint val="75000"/>
                  </a:schemeClr>
                </a:solidFill>
              </a:defRPr>
            </a:lvl6pPr>
            <a:lvl7pPr marL="2057400" indent="0" algn="l" rtl="0">
              <a:buNone/>
              <a:defRPr sz="1200">
                <a:solidFill>
                  <a:schemeClr val="tx1">
                    <a:tint val="75000"/>
                  </a:schemeClr>
                </a:solidFill>
              </a:defRPr>
            </a:lvl7pPr>
            <a:lvl8pPr marL="2400300" indent="0" algn="l" rtl="0">
              <a:buNone/>
              <a:defRPr sz="1200">
                <a:solidFill>
                  <a:schemeClr val="tx1">
                    <a:tint val="75000"/>
                  </a:schemeClr>
                </a:solidFill>
              </a:defRPr>
            </a:lvl8pPr>
            <a:lvl9pPr marL="2743200" indent="0" algn="l" rtl="0">
              <a:buNone/>
              <a:defRPr sz="1200">
                <a:solidFill>
                  <a:schemeClr val="tx1">
                    <a:tint val="75000"/>
                  </a:schemeClr>
                </a:solidFill>
              </a:defRPr>
            </a:lvl9pPr>
          </a:lstStyle>
          <a:p>
            <a:pPr lvl="0" rtl="0"/>
            <a:r>
              <a:rPr lang="zh-CN" altLang="en-US" noProof="0"/>
              <a:t>编辑母版文本样式</a:t>
            </a:r>
          </a:p>
        </p:txBody>
      </p:sp>
      <p:sp>
        <p:nvSpPr>
          <p:cNvPr id="4" name="日期占位符 3"/>
          <p:cNvSpPr>
            <a:spLocks noGrp="1"/>
          </p:cNvSpPr>
          <p:nvPr>
            <p:ph type="dt" sz="half" idx="10"/>
          </p:nvPr>
        </p:nvSpPr>
        <p:spPr/>
        <p:txBody>
          <a:bodyPr rtlCol="0"/>
          <a:lstStyle>
            <a:lvl1pPr>
              <a:defRPr>
                <a:latin typeface="微软雅黑" panose="020B0503020204020204" pitchFamily="34" charset="-122"/>
                <a:ea typeface="微软雅黑" panose="020B0503020204020204" pitchFamily="34" charset="-122"/>
              </a:defRPr>
            </a:lvl1pPr>
          </a:lstStyle>
          <a:p>
            <a:fld id="{AF5F6A19-70BF-4380-9A40-68C9536408C6}" type="datetime1">
              <a:rPr lang="zh-CN" altLang="en-US" smtClean="0"/>
              <a:pPr/>
              <a:t>2020/5/19</a:t>
            </a:fld>
            <a:endParaRPr lang="zh-CN" altLang="en-US" dirty="0"/>
          </a:p>
        </p:txBody>
      </p:sp>
      <p:sp>
        <p:nvSpPr>
          <p:cNvPr id="5" name="页脚占位符 4"/>
          <p:cNvSpPr>
            <a:spLocks noGrp="1"/>
          </p:cNvSpPr>
          <p:nvPr>
            <p:ph type="ftr" sz="quarter" idx="11"/>
          </p:nvPr>
        </p:nvSpPr>
        <p:spPr/>
        <p:txBody>
          <a:bodyPr rtlCol="0"/>
          <a:lstStyle>
            <a:lvl1pPr>
              <a:defRPr>
                <a:latin typeface="微软雅黑" panose="020B0503020204020204" pitchFamily="34" charset="-122"/>
                <a:ea typeface="微软雅黑" panose="020B0503020204020204" pitchFamily="34" charset="-122"/>
              </a:defRPr>
            </a:lvl1pPr>
          </a:lstStyle>
          <a:p>
            <a:endParaRPr lang="zh-CN" altLang="en-US" noProof="0" dirty="0"/>
          </a:p>
        </p:txBody>
      </p:sp>
      <p:sp>
        <p:nvSpPr>
          <p:cNvPr id="6" name="灯片编号占位符 5"/>
          <p:cNvSpPr>
            <a:spLocks noGrp="1"/>
          </p:cNvSpPr>
          <p:nvPr>
            <p:ph type="sldNum" sz="quarter" idx="12"/>
          </p:nvPr>
        </p:nvSpPr>
        <p:spPr/>
        <p:txBody>
          <a:bodyPr rtlCol="0"/>
          <a:lstStyle>
            <a:lvl1pPr algn="r">
              <a:defRPr>
                <a:latin typeface="微软雅黑" panose="020B0503020204020204" pitchFamily="34" charset="-122"/>
                <a:ea typeface="微软雅黑" panose="020B0503020204020204" pitchFamily="34" charset="-122"/>
              </a:defRPr>
            </a:lvl1pPr>
          </a:lstStyle>
          <a:p>
            <a:fld id="{0FF54DE5-C571-48E8-A5BC-B369434E2F44}" type="slidenum">
              <a:rPr lang="en-US" altLang="zh-CN" smtClean="0"/>
              <a:pPr/>
              <a:t>‹#›</a:t>
            </a:fld>
            <a:endParaRPr lang="zh-CN" altLang="en-US" dirty="0"/>
          </a:p>
        </p:txBody>
      </p:sp>
      <p:pic>
        <p:nvPicPr>
          <p:cNvPr id="7" name="图 6"/>
          <p:cNvPicPr>
            <a:picLocks noChangeAspect="1"/>
          </p:cNvPicPr>
          <p:nvPr/>
        </p:nvPicPr>
        <p:blipFill>
          <a:blip r:embed="rId2" cstate="print">
            <a:duotone>
              <a:schemeClr val="accent2">
                <a:shade val="45000"/>
                <a:satMod val="135000"/>
              </a:schemeClr>
              <a:prstClr val="white"/>
            </a:duotone>
            <a:extLst>
              <a:ext uri="{28A0092B-C50C-407E-A947-70E740481C1C}">
                <a14:useLocalDpi xmlns:a14="http://schemas.microsoft.com/office/drawing/2010/main" val="0"/>
              </a:ext>
            </a:extLst>
          </a:blip>
          <a:stretch>
            <a:fillRect/>
          </a:stretch>
        </p:blipFill>
        <p:spPr>
          <a:xfrm>
            <a:off x="994410" y="0"/>
            <a:ext cx="1337391" cy="2971806"/>
          </a:xfrm>
          <a:prstGeom prst="rect">
            <a:avLst/>
          </a:prstGeom>
        </p:spPr>
      </p:pic>
    </p:spTree>
    <p:extLst>
      <p:ext uri="{BB962C8B-B14F-4D97-AF65-F5344CB8AC3E}">
        <p14:creationId xmlns:p14="http://schemas.microsoft.com/office/powerpoint/2010/main" val="360267880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p:txBody>
          <a:bodyPr rtlCol="0"/>
          <a:lstStyle>
            <a:lvl1pPr>
              <a:defRPr>
                <a:latin typeface="微软雅黑" panose="020B0503020204020204" pitchFamily="34" charset="-122"/>
                <a:ea typeface="微软雅黑" panose="020B0503020204020204" pitchFamily="34" charset="-122"/>
              </a:defRPr>
            </a:lvl1pPr>
          </a:lstStyle>
          <a:p>
            <a:pPr rtl="0"/>
            <a:r>
              <a:rPr lang="zh-CN" altLang="en-US" noProof="0"/>
              <a:t>单击此处编辑母版标题样式</a:t>
            </a:r>
            <a:endParaRPr lang="zh-CN" altLang="en-US" noProof="0" dirty="0"/>
          </a:p>
        </p:txBody>
      </p:sp>
      <p:sp>
        <p:nvSpPr>
          <p:cNvPr id="3" name="内容占位符 2"/>
          <p:cNvSpPr>
            <a:spLocks noGrp="1"/>
          </p:cNvSpPr>
          <p:nvPr>
            <p:ph sz="half" idx="1"/>
          </p:nvPr>
        </p:nvSpPr>
        <p:spPr>
          <a:xfrm>
            <a:off x="828675" y="1600201"/>
            <a:ext cx="3686175" cy="4571999"/>
          </a:xfrm>
        </p:spPr>
        <p:txBody>
          <a:bodyPr rtlCol="0"/>
          <a:lstStyle>
            <a:lvl1pPr>
              <a:defRPr>
                <a:latin typeface="微软雅黑" panose="020B0503020204020204" pitchFamily="34" charset="-122"/>
                <a:ea typeface="微软雅黑" panose="020B0503020204020204" pitchFamily="34" charset="-122"/>
              </a:defRPr>
            </a:lvl1pPr>
            <a:lvl2pPr>
              <a:defRPr>
                <a:latin typeface="微软雅黑" panose="020B0503020204020204" pitchFamily="34" charset="-122"/>
                <a:ea typeface="微软雅黑" panose="020B0503020204020204" pitchFamily="34" charset="-122"/>
              </a:defRPr>
            </a:lvl2pPr>
            <a:lvl3pPr>
              <a:defRPr>
                <a:latin typeface="微软雅黑" panose="020B0503020204020204" pitchFamily="34" charset="-122"/>
                <a:ea typeface="微软雅黑" panose="020B0503020204020204" pitchFamily="34" charset="-122"/>
              </a:defRPr>
            </a:lvl3pPr>
            <a:lvl4pPr>
              <a:defRPr>
                <a:latin typeface="微软雅黑" panose="020B0503020204020204" pitchFamily="34" charset="-122"/>
                <a:ea typeface="微软雅黑" panose="020B0503020204020204" pitchFamily="34" charset="-122"/>
              </a:defRPr>
            </a:lvl4pPr>
            <a:lvl5pPr algn="l" rtl="0">
              <a:defRPr>
                <a:latin typeface="微软雅黑" panose="020B0503020204020204" pitchFamily="34" charset="-122"/>
                <a:ea typeface="微软雅黑" panose="020B0503020204020204" pitchFamily="34" charset="-122"/>
              </a:defRPr>
            </a:lvl5pPr>
            <a:lvl6pPr algn="l" rtl="0">
              <a:defRPr/>
            </a:lvl6pPr>
            <a:lvl7pPr algn="l" rtl="0">
              <a:defRPr/>
            </a:lvl7pPr>
            <a:lvl8pPr algn="l" rtl="0">
              <a:defRPr/>
            </a:lvl8pPr>
            <a:lvl9pPr algn="l" rtl="0">
              <a:defRPr/>
            </a:lvl9pPr>
          </a:lstStyle>
          <a:p>
            <a:pPr lvl="0" rtl="0"/>
            <a:r>
              <a:rPr lang="zh-CN" altLang="en-US" noProof="0"/>
              <a:t>编辑母版文本样式</a:t>
            </a:r>
          </a:p>
          <a:p>
            <a:pPr lvl="1" rtl="0"/>
            <a:r>
              <a:rPr lang="zh-CN" altLang="en-US" noProof="0"/>
              <a:t>第二级</a:t>
            </a:r>
          </a:p>
          <a:p>
            <a:pPr lvl="2" rtl="0"/>
            <a:r>
              <a:rPr lang="zh-CN" altLang="en-US" noProof="0"/>
              <a:t>第三级</a:t>
            </a:r>
          </a:p>
          <a:p>
            <a:pPr lvl="3" rtl="0"/>
            <a:r>
              <a:rPr lang="zh-CN" altLang="en-US" noProof="0"/>
              <a:t>第四级</a:t>
            </a:r>
          </a:p>
          <a:p>
            <a:pPr lvl="4" rtl="0"/>
            <a:r>
              <a:rPr lang="zh-CN" altLang="en-US" noProof="0"/>
              <a:t>第五级</a:t>
            </a:r>
            <a:endParaRPr lang="zh-CN" altLang="en-US" noProof="0" dirty="0"/>
          </a:p>
        </p:txBody>
      </p:sp>
      <p:sp>
        <p:nvSpPr>
          <p:cNvPr id="4" name="内容占位符 3"/>
          <p:cNvSpPr>
            <a:spLocks noGrp="1"/>
          </p:cNvSpPr>
          <p:nvPr>
            <p:ph sz="half" idx="2"/>
          </p:nvPr>
        </p:nvSpPr>
        <p:spPr>
          <a:xfrm>
            <a:off x="4629150" y="1600201"/>
            <a:ext cx="3686175" cy="4571999"/>
          </a:xfrm>
        </p:spPr>
        <p:txBody>
          <a:bodyPr rtlCol="0"/>
          <a:lstStyle>
            <a:lvl1pPr>
              <a:defRPr>
                <a:latin typeface="微软雅黑" panose="020B0503020204020204" pitchFamily="34" charset="-122"/>
                <a:ea typeface="微软雅黑" panose="020B0503020204020204" pitchFamily="34" charset="-122"/>
              </a:defRPr>
            </a:lvl1pPr>
            <a:lvl2pPr>
              <a:defRPr>
                <a:latin typeface="微软雅黑" panose="020B0503020204020204" pitchFamily="34" charset="-122"/>
                <a:ea typeface="微软雅黑" panose="020B0503020204020204" pitchFamily="34" charset="-122"/>
              </a:defRPr>
            </a:lvl2pPr>
            <a:lvl3pPr>
              <a:defRPr>
                <a:latin typeface="微软雅黑" panose="020B0503020204020204" pitchFamily="34" charset="-122"/>
                <a:ea typeface="微软雅黑" panose="020B0503020204020204" pitchFamily="34" charset="-122"/>
              </a:defRPr>
            </a:lvl3pPr>
            <a:lvl4pPr>
              <a:defRPr>
                <a:latin typeface="微软雅黑" panose="020B0503020204020204" pitchFamily="34" charset="-122"/>
                <a:ea typeface="微软雅黑" panose="020B0503020204020204" pitchFamily="34" charset="-122"/>
              </a:defRPr>
            </a:lvl4pPr>
            <a:lvl5pPr algn="l" rtl="0">
              <a:defRPr>
                <a:latin typeface="微软雅黑" panose="020B0503020204020204" pitchFamily="34" charset="-122"/>
                <a:ea typeface="微软雅黑" panose="020B0503020204020204" pitchFamily="34" charset="-122"/>
              </a:defRPr>
            </a:lvl5pPr>
            <a:lvl6pPr algn="l" rtl="0">
              <a:defRPr/>
            </a:lvl6pPr>
            <a:lvl7pPr algn="l" rtl="0">
              <a:defRPr/>
            </a:lvl7pPr>
            <a:lvl8pPr algn="l" rtl="0">
              <a:defRPr/>
            </a:lvl8pPr>
          </a:lstStyle>
          <a:p>
            <a:pPr lvl="0" rtl="0"/>
            <a:r>
              <a:rPr lang="zh-CN" altLang="en-US" noProof="0"/>
              <a:t>编辑母版文本样式</a:t>
            </a:r>
          </a:p>
          <a:p>
            <a:pPr lvl="1" rtl="0"/>
            <a:r>
              <a:rPr lang="zh-CN" altLang="en-US" noProof="0"/>
              <a:t>第二级</a:t>
            </a:r>
          </a:p>
          <a:p>
            <a:pPr lvl="2" rtl="0"/>
            <a:r>
              <a:rPr lang="zh-CN" altLang="en-US" noProof="0"/>
              <a:t>第三级</a:t>
            </a:r>
          </a:p>
          <a:p>
            <a:pPr lvl="3" rtl="0"/>
            <a:r>
              <a:rPr lang="zh-CN" altLang="en-US" noProof="0"/>
              <a:t>第四级</a:t>
            </a:r>
          </a:p>
          <a:p>
            <a:pPr lvl="4" rtl="0"/>
            <a:r>
              <a:rPr lang="zh-CN" altLang="en-US" noProof="0"/>
              <a:t>第五级</a:t>
            </a:r>
            <a:endParaRPr lang="zh-CN" altLang="en-US" noProof="0" dirty="0"/>
          </a:p>
        </p:txBody>
      </p:sp>
      <p:sp>
        <p:nvSpPr>
          <p:cNvPr id="5" name="日期占位符 4"/>
          <p:cNvSpPr>
            <a:spLocks noGrp="1"/>
          </p:cNvSpPr>
          <p:nvPr>
            <p:ph type="dt" sz="half" idx="10"/>
          </p:nvPr>
        </p:nvSpPr>
        <p:spPr/>
        <p:txBody>
          <a:bodyPr rtlCol="0"/>
          <a:lstStyle>
            <a:lvl1pPr>
              <a:defRPr>
                <a:latin typeface="微软雅黑" panose="020B0503020204020204" pitchFamily="34" charset="-122"/>
                <a:ea typeface="微软雅黑" panose="020B0503020204020204" pitchFamily="34" charset="-122"/>
              </a:defRPr>
            </a:lvl1pPr>
          </a:lstStyle>
          <a:p>
            <a:r>
              <a:rPr lang="zh-CN" altLang="en-US" dirty="0"/>
              <a:t>​</a:t>
            </a:r>
            <a:fld id="{6017EB90-196C-4C15-BD31-13E0E0436C73}" type="datetime1">
              <a:rPr lang="zh-CN" altLang="en-US" smtClean="0"/>
              <a:pPr/>
              <a:t>2020/5/19</a:t>
            </a:fld>
            <a:r>
              <a:rPr lang="zh-CN" altLang="en-US" dirty="0"/>
              <a:t>​</a:t>
            </a:r>
          </a:p>
        </p:txBody>
      </p:sp>
      <p:sp>
        <p:nvSpPr>
          <p:cNvPr id="6" name="页脚占位符 5"/>
          <p:cNvSpPr>
            <a:spLocks noGrp="1"/>
          </p:cNvSpPr>
          <p:nvPr>
            <p:ph type="ftr" sz="quarter" idx="11"/>
          </p:nvPr>
        </p:nvSpPr>
        <p:spPr/>
        <p:txBody>
          <a:bodyPr rtlCol="0"/>
          <a:lstStyle>
            <a:lvl1pPr>
              <a:defRPr>
                <a:latin typeface="微软雅黑" panose="020B0503020204020204" pitchFamily="34" charset="-122"/>
                <a:ea typeface="微软雅黑" panose="020B0503020204020204" pitchFamily="34" charset="-122"/>
              </a:defRPr>
            </a:lvl1pPr>
          </a:lstStyle>
          <a:p>
            <a:endParaRPr lang="zh-CN" altLang="en-US" noProof="0" dirty="0"/>
          </a:p>
        </p:txBody>
      </p:sp>
      <p:sp>
        <p:nvSpPr>
          <p:cNvPr id="7" name="灯片编号占位符 6"/>
          <p:cNvSpPr>
            <a:spLocks noGrp="1"/>
          </p:cNvSpPr>
          <p:nvPr>
            <p:ph type="sldNum" sz="quarter" idx="12"/>
          </p:nvPr>
        </p:nvSpPr>
        <p:spPr/>
        <p:txBody>
          <a:bodyPr rtlCol="0"/>
          <a:lstStyle>
            <a:lvl1pPr algn="r">
              <a:defRPr>
                <a:latin typeface="微软雅黑" panose="020B0503020204020204" pitchFamily="34" charset="-122"/>
                <a:ea typeface="微软雅黑" panose="020B0503020204020204" pitchFamily="34" charset="-122"/>
              </a:defRPr>
            </a:lvl1pPr>
          </a:lstStyle>
          <a:p>
            <a:fld id="{0FF54DE5-C571-48E8-A5BC-B369434E2F44}" type="slidenum">
              <a:rPr lang="en-US" altLang="zh-CN" smtClean="0"/>
              <a:pPr/>
              <a:t>‹#›</a:t>
            </a:fld>
            <a:endParaRPr lang="zh-CN" altLang="en-US" dirty="0"/>
          </a:p>
        </p:txBody>
      </p:sp>
    </p:spTree>
    <p:extLst>
      <p:ext uri="{BB962C8B-B14F-4D97-AF65-F5344CB8AC3E}">
        <p14:creationId xmlns:p14="http://schemas.microsoft.com/office/powerpoint/2010/main" val="352779106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p:txBody>
          <a:bodyPr rtlCol="0"/>
          <a:lstStyle>
            <a:lvl1pPr>
              <a:defRPr>
                <a:latin typeface="微软雅黑" panose="020B0503020204020204" pitchFamily="34" charset="-122"/>
                <a:ea typeface="微软雅黑" panose="020B0503020204020204" pitchFamily="34" charset="-122"/>
              </a:defRPr>
            </a:lvl1pPr>
          </a:lstStyle>
          <a:p>
            <a:pPr rtl="0"/>
            <a:r>
              <a:rPr lang="zh-CN" altLang="en-US" noProof="0"/>
              <a:t>单击此处编辑母版标题样式</a:t>
            </a:r>
            <a:endParaRPr lang="zh-CN" altLang="en-US" noProof="0" dirty="0"/>
          </a:p>
        </p:txBody>
      </p:sp>
      <p:sp>
        <p:nvSpPr>
          <p:cNvPr id="3" name="文本占位符 2"/>
          <p:cNvSpPr>
            <a:spLocks noGrp="1"/>
          </p:cNvSpPr>
          <p:nvPr>
            <p:ph type="body" idx="1"/>
          </p:nvPr>
        </p:nvSpPr>
        <p:spPr>
          <a:xfrm>
            <a:off x="828675" y="1600201"/>
            <a:ext cx="3689604" cy="823911"/>
          </a:xfrm>
        </p:spPr>
        <p:txBody>
          <a:bodyPr rtlCol="0" anchor="ctr"/>
          <a:lstStyle>
            <a:lvl1pPr marL="0" indent="0" algn="l" rtl="0">
              <a:spcBef>
                <a:spcPts val="0"/>
              </a:spcBef>
              <a:buNone/>
              <a:defRPr sz="1800" b="1">
                <a:latin typeface="微软雅黑" panose="020B0503020204020204" pitchFamily="34" charset="-122"/>
                <a:ea typeface="微软雅黑" panose="020B0503020204020204" pitchFamily="34" charset="-122"/>
              </a:defRPr>
            </a:lvl1pPr>
            <a:lvl2pPr marL="342900" indent="0" algn="l" rtl="0">
              <a:buNone/>
              <a:defRPr sz="1500" b="1"/>
            </a:lvl2pPr>
            <a:lvl3pPr marL="685800" indent="0" algn="l" rtl="0">
              <a:buNone/>
              <a:defRPr sz="1350" b="1"/>
            </a:lvl3pPr>
            <a:lvl4pPr marL="1028700" indent="0" algn="l" rtl="0">
              <a:buNone/>
              <a:defRPr sz="1200" b="1"/>
            </a:lvl4pPr>
            <a:lvl5pPr marL="1371600" indent="0" algn="l" rtl="0">
              <a:buNone/>
              <a:defRPr sz="1200" b="1"/>
            </a:lvl5pPr>
            <a:lvl6pPr marL="1714500" indent="0" algn="l" rtl="0">
              <a:buNone/>
              <a:defRPr sz="1200" b="1"/>
            </a:lvl6pPr>
            <a:lvl7pPr marL="2057400" indent="0" algn="l" rtl="0">
              <a:buNone/>
              <a:defRPr sz="1200" b="1"/>
            </a:lvl7pPr>
            <a:lvl8pPr marL="2400300" indent="0" algn="l" rtl="0">
              <a:buNone/>
              <a:defRPr sz="1200" b="1"/>
            </a:lvl8pPr>
            <a:lvl9pPr marL="2743200" indent="0" algn="l" rtl="0">
              <a:buNone/>
              <a:defRPr sz="1200" b="1"/>
            </a:lvl9pPr>
          </a:lstStyle>
          <a:p>
            <a:pPr lvl="0" rtl="0"/>
            <a:r>
              <a:rPr lang="zh-CN" altLang="en-US" noProof="0"/>
              <a:t>编辑母版文本样式</a:t>
            </a:r>
          </a:p>
        </p:txBody>
      </p:sp>
      <p:sp>
        <p:nvSpPr>
          <p:cNvPr id="4" name="内容占位符 3"/>
          <p:cNvSpPr>
            <a:spLocks noGrp="1"/>
          </p:cNvSpPr>
          <p:nvPr>
            <p:ph sz="half" idx="2"/>
          </p:nvPr>
        </p:nvSpPr>
        <p:spPr>
          <a:xfrm>
            <a:off x="828675" y="2424112"/>
            <a:ext cx="3689604" cy="3748088"/>
          </a:xfrm>
        </p:spPr>
        <p:txBody>
          <a:bodyPr rtlCol="0"/>
          <a:lstStyle>
            <a:lvl1pPr>
              <a:defRPr>
                <a:latin typeface="微软雅黑" panose="020B0503020204020204" pitchFamily="34" charset="-122"/>
                <a:ea typeface="微软雅黑" panose="020B0503020204020204" pitchFamily="34" charset="-122"/>
              </a:defRPr>
            </a:lvl1pPr>
            <a:lvl2pPr>
              <a:defRPr>
                <a:latin typeface="微软雅黑" panose="020B0503020204020204" pitchFamily="34" charset="-122"/>
                <a:ea typeface="微软雅黑" panose="020B0503020204020204" pitchFamily="34" charset="-122"/>
              </a:defRPr>
            </a:lvl2pPr>
            <a:lvl3pPr>
              <a:defRPr>
                <a:latin typeface="微软雅黑" panose="020B0503020204020204" pitchFamily="34" charset="-122"/>
                <a:ea typeface="微软雅黑" panose="020B0503020204020204" pitchFamily="34" charset="-122"/>
              </a:defRPr>
            </a:lvl3pPr>
            <a:lvl4pPr>
              <a:defRPr>
                <a:latin typeface="微软雅黑" panose="020B0503020204020204" pitchFamily="34" charset="-122"/>
                <a:ea typeface="微软雅黑" panose="020B0503020204020204" pitchFamily="34" charset="-122"/>
              </a:defRPr>
            </a:lvl4pPr>
            <a:lvl5pPr>
              <a:defRPr>
                <a:latin typeface="微软雅黑" panose="020B0503020204020204" pitchFamily="34" charset="-122"/>
                <a:ea typeface="微软雅黑" panose="020B0503020204020204" pitchFamily="34" charset="-122"/>
              </a:defRPr>
            </a:lvl5pPr>
          </a:lstStyle>
          <a:p>
            <a:pPr lvl="0" rtl="0"/>
            <a:r>
              <a:rPr lang="zh-CN" altLang="en-US" noProof="0"/>
              <a:t>编辑母版文本样式</a:t>
            </a:r>
          </a:p>
          <a:p>
            <a:pPr lvl="1" rtl="0"/>
            <a:r>
              <a:rPr lang="zh-CN" altLang="en-US" noProof="0"/>
              <a:t>第二级</a:t>
            </a:r>
          </a:p>
          <a:p>
            <a:pPr lvl="2" rtl="0"/>
            <a:r>
              <a:rPr lang="zh-CN" altLang="en-US" noProof="0"/>
              <a:t>第三级</a:t>
            </a:r>
          </a:p>
          <a:p>
            <a:pPr lvl="3" rtl="0"/>
            <a:r>
              <a:rPr lang="zh-CN" altLang="en-US" noProof="0"/>
              <a:t>第四级</a:t>
            </a:r>
          </a:p>
          <a:p>
            <a:pPr lvl="4" rtl="0"/>
            <a:r>
              <a:rPr lang="zh-CN" altLang="en-US" noProof="0"/>
              <a:t>第五级</a:t>
            </a:r>
            <a:endParaRPr lang="zh-CN" altLang="en-US" noProof="0" dirty="0"/>
          </a:p>
        </p:txBody>
      </p:sp>
      <p:sp>
        <p:nvSpPr>
          <p:cNvPr id="5" name="文本占位符 4"/>
          <p:cNvSpPr>
            <a:spLocks noGrp="1"/>
          </p:cNvSpPr>
          <p:nvPr>
            <p:ph type="body" sz="quarter" idx="3"/>
          </p:nvPr>
        </p:nvSpPr>
        <p:spPr>
          <a:xfrm>
            <a:off x="4624583" y="1600201"/>
            <a:ext cx="3689604" cy="823911"/>
          </a:xfrm>
        </p:spPr>
        <p:txBody>
          <a:bodyPr rtlCol="0" anchor="ctr"/>
          <a:lstStyle>
            <a:lvl1pPr marL="0" indent="0" algn="l" rtl="0">
              <a:spcBef>
                <a:spcPts val="0"/>
              </a:spcBef>
              <a:buNone/>
              <a:defRPr sz="1800" b="1">
                <a:latin typeface="微软雅黑" panose="020B0503020204020204" pitchFamily="34" charset="-122"/>
                <a:ea typeface="微软雅黑" panose="020B0503020204020204" pitchFamily="34" charset="-122"/>
              </a:defRPr>
            </a:lvl1pPr>
            <a:lvl2pPr marL="342900" indent="0" algn="l" rtl="0">
              <a:buNone/>
              <a:defRPr sz="1500" b="1"/>
            </a:lvl2pPr>
            <a:lvl3pPr marL="685800" indent="0" algn="l" rtl="0">
              <a:buNone/>
              <a:defRPr sz="1350" b="1"/>
            </a:lvl3pPr>
            <a:lvl4pPr marL="1028700" indent="0" algn="l" rtl="0">
              <a:buNone/>
              <a:defRPr sz="1200" b="1"/>
            </a:lvl4pPr>
            <a:lvl5pPr marL="1371600" indent="0" algn="l" rtl="0">
              <a:buNone/>
              <a:defRPr sz="1200" b="1"/>
            </a:lvl5pPr>
            <a:lvl6pPr marL="1714500" indent="0" algn="l" rtl="0">
              <a:buNone/>
              <a:defRPr sz="1200" b="1"/>
            </a:lvl6pPr>
            <a:lvl7pPr marL="2057400" indent="0" algn="l" rtl="0">
              <a:buNone/>
              <a:defRPr sz="1200" b="1"/>
            </a:lvl7pPr>
            <a:lvl8pPr marL="2400300" indent="0" algn="l" rtl="0">
              <a:buNone/>
              <a:defRPr sz="1200" b="1"/>
            </a:lvl8pPr>
            <a:lvl9pPr marL="2743200" indent="0" algn="l" rtl="0">
              <a:buNone/>
              <a:defRPr sz="1200" b="1"/>
            </a:lvl9pPr>
          </a:lstStyle>
          <a:p>
            <a:pPr lvl="0" rtl="0"/>
            <a:r>
              <a:rPr lang="zh-CN" altLang="en-US" noProof="0"/>
              <a:t>编辑母版文本样式</a:t>
            </a:r>
          </a:p>
        </p:txBody>
      </p:sp>
      <p:sp>
        <p:nvSpPr>
          <p:cNvPr id="6" name="内容占位符 5"/>
          <p:cNvSpPr>
            <a:spLocks noGrp="1"/>
          </p:cNvSpPr>
          <p:nvPr>
            <p:ph sz="quarter" idx="4"/>
          </p:nvPr>
        </p:nvSpPr>
        <p:spPr>
          <a:xfrm>
            <a:off x="4624583" y="2424112"/>
            <a:ext cx="3689604" cy="3748088"/>
          </a:xfrm>
        </p:spPr>
        <p:txBody>
          <a:bodyPr rtlCol="0"/>
          <a:lstStyle>
            <a:lvl1pPr>
              <a:defRPr>
                <a:latin typeface="微软雅黑" panose="020B0503020204020204" pitchFamily="34" charset="-122"/>
                <a:ea typeface="微软雅黑" panose="020B0503020204020204" pitchFamily="34" charset="-122"/>
              </a:defRPr>
            </a:lvl1pPr>
            <a:lvl2pPr>
              <a:defRPr>
                <a:latin typeface="微软雅黑" panose="020B0503020204020204" pitchFamily="34" charset="-122"/>
                <a:ea typeface="微软雅黑" panose="020B0503020204020204" pitchFamily="34" charset="-122"/>
              </a:defRPr>
            </a:lvl2pPr>
            <a:lvl3pPr>
              <a:defRPr>
                <a:latin typeface="微软雅黑" panose="020B0503020204020204" pitchFamily="34" charset="-122"/>
                <a:ea typeface="微软雅黑" panose="020B0503020204020204" pitchFamily="34" charset="-122"/>
              </a:defRPr>
            </a:lvl3pPr>
            <a:lvl4pPr>
              <a:defRPr>
                <a:latin typeface="微软雅黑" panose="020B0503020204020204" pitchFamily="34" charset="-122"/>
                <a:ea typeface="微软雅黑" panose="020B0503020204020204" pitchFamily="34" charset="-122"/>
              </a:defRPr>
            </a:lvl4pPr>
            <a:lvl5pPr>
              <a:defRPr>
                <a:latin typeface="微软雅黑" panose="020B0503020204020204" pitchFamily="34" charset="-122"/>
                <a:ea typeface="微软雅黑" panose="020B0503020204020204" pitchFamily="34" charset="-122"/>
              </a:defRPr>
            </a:lvl5pPr>
          </a:lstStyle>
          <a:p>
            <a:pPr lvl="0" rtl="0"/>
            <a:r>
              <a:rPr lang="zh-CN" altLang="en-US" noProof="0"/>
              <a:t>编辑母版文本样式</a:t>
            </a:r>
          </a:p>
          <a:p>
            <a:pPr lvl="1" rtl="0"/>
            <a:r>
              <a:rPr lang="zh-CN" altLang="en-US" noProof="0"/>
              <a:t>第二级</a:t>
            </a:r>
          </a:p>
          <a:p>
            <a:pPr lvl="2" rtl="0"/>
            <a:r>
              <a:rPr lang="zh-CN" altLang="en-US" noProof="0"/>
              <a:t>第三级</a:t>
            </a:r>
          </a:p>
          <a:p>
            <a:pPr lvl="3" rtl="0"/>
            <a:r>
              <a:rPr lang="zh-CN" altLang="en-US" noProof="0"/>
              <a:t>第四级</a:t>
            </a:r>
          </a:p>
          <a:p>
            <a:pPr lvl="4" rtl="0"/>
            <a:r>
              <a:rPr lang="zh-CN" altLang="en-US" noProof="0"/>
              <a:t>第五级</a:t>
            </a:r>
            <a:endParaRPr lang="zh-CN" altLang="en-US" noProof="0" dirty="0"/>
          </a:p>
        </p:txBody>
      </p:sp>
      <p:sp>
        <p:nvSpPr>
          <p:cNvPr id="7" name="日期占位符 6"/>
          <p:cNvSpPr>
            <a:spLocks noGrp="1"/>
          </p:cNvSpPr>
          <p:nvPr>
            <p:ph type="dt" sz="half" idx="10"/>
          </p:nvPr>
        </p:nvSpPr>
        <p:spPr/>
        <p:txBody>
          <a:bodyPr rtlCol="0"/>
          <a:lstStyle>
            <a:lvl1pPr>
              <a:defRPr>
                <a:latin typeface="微软雅黑" panose="020B0503020204020204" pitchFamily="34" charset="-122"/>
                <a:ea typeface="微软雅黑" panose="020B0503020204020204" pitchFamily="34" charset="-122"/>
              </a:defRPr>
            </a:lvl1pPr>
          </a:lstStyle>
          <a:p>
            <a:fld id="{C2EC0F41-B48F-4298-A7F6-618EB9D22195}" type="datetime1">
              <a:rPr lang="zh-CN" altLang="en-US" smtClean="0"/>
              <a:pPr/>
              <a:t>2020/5/19</a:t>
            </a:fld>
            <a:endParaRPr lang="zh-CN" altLang="en-US" dirty="0"/>
          </a:p>
        </p:txBody>
      </p:sp>
      <p:sp>
        <p:nvSpPr>
          <p:cNvPr id="8" name="页脚占位符 7"/>
          <p:cNvSpPr>
            <a:spLocks noGrp="1"/>
          </p:cNvSpPr>
          <p:nvPr>
            <p:ph type="ftr" sz="quarter" idx="11"/>
          </p:nvPr>
        </p:nvSpPr>
        <p:spPr/>
        <p:txBody>
          <a:bodyPr rtlCol="0"/>
          <a:lstStyle>
            <a:lvl1pPr>
              <a:defRPr>
                <a:latin typeface="微软雅黑" panose="020B0503020204020204" pitchFamily="34" charset="-122"/>
                <a:ea typeface="微软雅黑" panose="020B0503020204020204" pitchFamily="34" charset="-122"/>
              </a:defRPr>
            </a:lvl1pPr>
          </a:lstStyle>
          <a:p>
            <a:endParaRPr lang="zh-CN" altLang="en-US" noProof="0" dirty="0"/>
          </a:p>
        </p:txBody>
      </p:sp>
      <p:sp>
        <p:nvSpPr>
          <p:cNvPr id="9" name="灯片编号占位符 8"/>
          <p:cNvSpPr>
            <a:spLocks noGrp="1"/>
          </p:cNvSpPr>
          <p:nvPr>
            <p:ph type="sldNum" sz="quarter" idx="12"/>
          </p:nvPr>
        </p:nvSpPr>
        <p:spPr/>
        <p:txBody>
          <a:bodyPr rtlCol="0"/>
          <a:lstStyle>
            <a:lvl1pPr algn="r">
              <a:defRPr>
                <a:latin typeface="微软雅黑" panose="020B0503020204020204" pitchFamily="34" charset="-122"/>
                <a:ea typeface="微软雅黑" panose="020B0503020204020204" pitchFamily="34" charset="-122"/>
              </a:defRPr>
            </a:lvl1pPr>
          </a:lstStyle>
          <a:p>
            <a:fld id="{0FF54DE5-C571-48E8-A5BC-B369434E2F44}" type="slidenum">
              <a:rPr lang="en-US" altLang="zh-CN" smtClean="0"/>
              <a:pPr/>
              <a:t>‹#›</a:t>
            </a:fld>
            <a:endParaRPr lang="zh-CN" altLang="en-US" dirty="0"/>
          </a:p>
        </p:txBody>
      </p:sp>
    </p:spTree>
    <p:extLst>
      <p:ext uri="{BB962C8B-B14F-4D97-AF65-F5344CB8AC3E}">
        <p14:creationId xmlns:p14="http://schemas.microsoft.com/office/powerpoint/2010/main" val="397101610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p:txBody>
          <a:bodyPr rtlCol="0"/>
          <a:lstStyle/>
          <a:p>
            <a:pPr rtl="0"/>
            <a:r>
              <a:rPr lang="zh-CN" altLang="en-US" noProof="0"/>
              <a:t>单击此处编辑母版标题样式</a:t>
            </a:r>
            <a:endParaRPr lang="zh-CN" altLang="en-US" noProof="0" dirty="0"/>
          </a:p>
        </p:txBody>
      </p:sp>
      <p:sp>
        <p:nvSpPr>
          <p:cNvPr id="3" name="日期占位符 2"/>
          <p:cNvSpPr>
            <a:spLocks noGrp="1"/>
          </p:cNvSpPr>
          <p:nvPr>
            <p:ph type="dt" sz="half" idx="10"/>
          </p:nvPr>
        </p:nvSpPr>
        <p:spPr/>
        <p:txBody>
          <a:bodyPr rtlCol="0"/>
          <a:lstStyle>
            <a:lvl1pPr>
              <a:defRPr/>
            </a:lvl1pPr>
          </a:lstStyle>
          <a:p>
            <a:fld id="{7DB2D836-56E8-4B15-857C-14B1A5B3B67B}" type="datetime1">
              <a:rPr lang="zh-CN" altLang="en-US" smtClean="0"/>
              <a:pPr/>
              <a:t>2020/5/19</a:t>
            </a:fld>
            <a:endParaRPr lang="zh-CN" altLang="en-US" dirty="0"/>
          </a:p>
        </p:txBody>
      </p:sp>
      <p:sp>
        <p:nvSpPr>
          <p:cNvPr id="4" name="页脚占位符 3"/>
          <p:cNvSpPr>
            <a:spLocks noGrp="1"/>
          </p:cNvSpPr>
          <p:nvPr>
            <p:ph type="ftr" sz="quarter" idx="11"/>
          </p:nvPr>
        </p:nvSpPr>
        <p:spPr/>
        <p:txBody>
          <a:bodyPr rtlCol="0"/>
          <a:lstStyle/>
          <a:p>
            <a:pPr rtl="0"/>
            <a:endParaRPr lang="zh-CN" altLang="en-US" noProof="0" dirty="0"/>
          </a:p>
        </p:txBody>
      </p:sp>
      <p:sp>
        <p:nvSpPr>
          <p:cNvPr id="5" name="灯片编号占位符 4"/>
          <p:cNvSpPr>
            <a:spLocks noGrp="1"/>
          </p:cNvSpPr>
          <p:nvPr>
            <p:ph type="sldNum" sz="quarter" idx="12"/>
          </p:nvPr>
        </p:nvSpPr>
        <p:spPr/>
        <p:txBody>
          <a:bodyPr rtlCol="0"/>
          <a:lstStyle>
            <a:lvl1pPr algn="r">
              <a:defRPr/>
            </a:lvl1pPr>
          </a:lstStyle>
          <a:p>
            <a:fld id="{0FF54DE5-C571-48E8-A5BC-B369434E2F44}" type="slidenum">
              <a:rPr lang="en-US" altLang="zh-CN" smtClean="0"/>
              <a:pPr/>
              <a:t>‹#›</a:t>
            </a:fld>
            <a:endParaRPr lang="en-US" altLang="zh-CN" dirty="0"/>
          </a:p>
        </p:txBody>
      </p:sp>
    </p:spTree>
    <p:extLst>
      <p:ext uri="{BB962C8B-B14F-4D97-AF65-F5344CB8AC3E}">
        <p14:creationId xmlns:p14="http://schemas.microsoft.com/office/powerpoint/2010/main" val="175811152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p:txBody>
          <a:bodyPr rtlCol="0"/>
          <a:lstStyle>
            <a:lvl1pPr>
              <a:defRPr/>
            </a:lvl1pPr>
          </a:lstStyle>
          <a:p>
            <a:fld id="{038D929F-7D8C-4CC3-8AC7-BB9B8FE2DEBF}" type="datetime1">
              <a:rPr lang="zh-CN" altLang="en-US" smtClean="0"/>
              <a:pPr/>
              <a:t>2020/5/19</a:t>
            </a:fld>
            <a:endParaRPr lang="zh-CN" altLang="en-US" dirty="0"/>
          </a:p>
        </p:txBody>
      </p:sp>
      <p:sp>
        <p:nvSpPr>
          <p:cNvPr id="3" name="页脚占位符 2"/>
          <p:cNvSpPr>
            <a:spLocks noGrp="1"/>
          </p:cNvSpPr>
          <p:nvPr>
            <p:ph type="ftr" sz="quarter" idx="11"/>
          </p:nvPr>
        </p:nvSpPr>
        <p:spPr/>
        <p:txBody>
          <a:bodyPr rtlCol="0"/>
          <a:lstStyle/>
          <a:p>
            <a:pPr rtl="0"/>
            <a:endParaRPr lang="zh-CN" altLang="en-US" noProof="0" dirty="0"/>
          </a:p>
        </p:txBody>
      </p:sp>
      <p:sp>
        <p:nvSpPr>
          <p:cNvPr id="4" name="灯片编号占位符 3"/>
          <p:cNvSpPr>
            <a:spLocks noGrp="1"/>
          </p:cNvSpPr>
          <p:nvPr>
            <p:ph type="sldNum" sz="quarter" idx="12"/>
          </p:nvPr>
        </p:nvSpPr>
        <p:spPr/>
        <p:txBody>
          <a:bodyPr rtlCol="0"/>
          <a:lstStyle>
            <a:lvl1pPr algn="r">
              <a:defRPr/>
            </a:lvl1pPr>
          </a:lstStyle>
          <a:p>
            <a:fld id="{0FF54DE5-C571-48E8-A5BC-B369434E2F44}" type="slidenum">
              <a:rPr lang="en-US" altLang="zh-CN" smtClean="0"/>
              <a:pPr/>
              <a:t>‹#›</a:t>
            </a:fld>
            <a:endParaRPr lang="en-US" altLang="zh-CN" dirty="0"/>
          </a:p>
        </p:txBody>
      </p:sp>
    </p:spTree>
    <p:extLst>
      <p:ext uri="{BB962C8B-B14F-4D97-AF65-F5344CB8AC3E}">
        <p14:creationId xmlns:p14="http://schemas.microsoft.com/office/powerpoint/2010/main" val="30241692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带题注的内容">
    <p:spTree>
      <p:nvGrpSpPr>
        <p:cNvPr id="1" name=""/>
        <p:cNvGrpSpPr/>
        <p:nvPr/>
      </p:nvGrpSpPr>
      <p:grpSpPr>
        <a:xfrm>
          <a:off x="0" y="0"/>
          <a:ext cx="0" cy="0"/>
          <a:chOff x="0" y="0"/>
          <a:chExt cx="0" cy="0"/>
        </a:xfrm>
      </p:grpSpPr>
      <p:sp>
        <p:nvSpPr>
          <p:cNvPr id="2" name="标题 1"/>
          <p:cNvSpPr>
            <a:spLocks noGrp="1"/>
          </p:cNvSpPr>
          <p:nvPr>
            <p:ph type="title"/>
          </p:nvPr>
        </p:nvSpPr>
        <p:spPr/>
        <p:txBody>
          <a:bodyPr rtlCol="0" anchor="b"/>
          <a:lstStyle>
            <a:lvl1pPr algn="l" rtl="0">
              <a:defRPr sz="2400"/>
            </a:lvl1pPr>
          </a:lstStyle>
          <a:p>
            <a:pPr rtl="0"/>
            <a:r>
              <a:rPr lang="zh-CN" altLang="en-US" noProof="0"/>
              <a:t>单击此处编辑母版标题样式</a:t>
            </a:r>
            <a:endParaRPr lang="zh-CN" altLang="en-US" noProof="0" dirty="0"/>
          </a:p>
        </p:txBody>
      </p:sp>
      <p:sp>
        <p:nvSpPr>
          <p:cNvPr id="3" name="内容占位符 2"/>
          <p:cNvSpPr>
            <a:spLocks noGrp="1"/>
          </p:cNvSpPr>
          <p:nvPr>
            <p:ph idx="1"/>
          </p:nvPr>
        </p:nvSpPr>
        <p:spPr>
          <a:xfrm>
            <a:off x="4231386" y="1600200"/>
            <a:ext cx="4083939" cy="4572001"/>
          </a:xfrm>
        </p:spPr>
        <p:txBody>
          <a:bodyPr rtlCol="0">
            <a:normAutofit/>
          </a:bodyPr>
          <a:lstStyle>
            <a:lvl1pPr algn="l" rtl="0">
              <a:defRPr sz="1500"/>
            </a:lvl1pPr>
            <a:lvl2pPr algn="l" rtl="0">
              <a:defRPr sz="1200"/>
            </a:lvl2pPr>
            <a:lvl3pPr algn="l" rtl="0">
              <a:defRPr sz="1200"/>
            </a:lvl3pPr>
            <a:lvl4pPr algn="l" rtl="0">
              <a:defRPr sz="1050"/>
            </a:lvl4pPr>
            <a:lvl5pPr algn="l" rtl="0">
              <a:defRPr sz="1050"/>
            </a:lvl5pPr>
            <a:lvl6pPr algn="l" rtl="0">
              <a:defRPr sz="1050"/>
            </a:lvl6pPr>
            <a:lvl7pPr algn="l" rtl="0">
              <a:defRPr sz="1050"/>
            </a:lvl7pPr>
            <a:lvl8pPr algn="l" rtl="0">
              <a:defRPr sz="1050"/>
            </a:lvl8pPr>
            <a:lvl9pPr algn="l" rtl="0">
              <a:defRPr sz="1050"/>
            </a:lvl9pPr>
          </a:lstStyle>
          <a:p>
            <a:pPr lvl="0" rtl="0"/>
            <a:r>
              <a:rPr lang="zh-CN" altLang="en-US" noProof="0"/>
              <a:t>编辑母版文本样式</a:t>
            </a:r>
          </a:p>
          <a:p>
            <a:pPr lvl="1" rtl="0"/>
            <a:r>
              <a:rPr lang="zh-CN" altLang="en-US" noProof="0"/>
              <a:t>第二级</a:t>
            </a:r>
          </a:p>
          <a:p>
            <a:pPr lvl="2" rtl="0"/>
            <a:r>
              <a:rPr lang="zh-CN" altLang="en-US" noProof="0"/>
              <a:t>第三级</a:t>
            </a:r>
          </a:p>
          <a:p>
            <a:pPr lvl="3" rtl="0"/>
            <a:r>
              <a:rPr lang="zh-CN" altLang="en-US" noProof="0"/>
              <a:t>第四级</a:t>
            </a:r>
          </a:p>
          <a:p>
            <a:pPr lvl="4" rtl="0"/>
            <a:r>
              <a:rPr lang="zh-CN" altLang="en-US" noProof="0"/>
              <a:t>第五级</a:t>
            </a:r>
            <a:endParaRPr lang="zh-CN" altLang="en-US" noProof="0" dirty="0"/>
          </a:p>
        </p:txBody>
      </p:sp>
      <p:sp>
        <p:nvSpPr>
          <p:cNvPr id="4" name="文本占位符 3"/>
          <p:cNvSpPr>
            <a:spLocks noGrp="1"/>
          </p:cNvSpPr>
          <p:nvPr>
            <p:ph type="body" sz="half" idx="2"/>
          </p:nvPr>
        </p:nvSpPr>
        <p:spPr>
          <a:xfrm>
            <a:off x="828675" y="1600200"/>
            <a:ext cx="3288411" cy="4572000"/>
          </a:xfrm>
        </p:spPr>
        <p:txBody>
          <a:bodyPr rtlCol="0">
            <a:normAutofit/>
          </a:bodyPr>
          <a:lstStyle>
            <a:lvl1pPr marL="0" indent="0" algn="l" rtl="0">
              <a:spcBef>
                <a:spcPts val="900"/>
              </a:spcBef>
              <a:buNone/>
              <a:defRPr sz="1350"/>
            </a:lvl1pPr>
            <a:lvl2pPr marL="342900" indent="0" algn="l" rtl="0">
              <a:buNone/>
              <a:defRPr sz="1050"/>
            </a:lvl2pPr>
            <a:lvl3pPr marL="685800" indent="0" algn="l" rtl="0">
              <a:buNone/>
              <a:defRPr sz="900"/>
            </a:lvl3pPr>
            <a:lvl4pPr marL="1028700" indent="0" algn="l" rtl="0">
              <a:buNone/>
              <a:defRPr sz="750"/>
            </a:lvl4pPr>
            <a:lvl5pPr marL="1371600" indent="0" algn="l" rtl="0">
              <a:buNone/>
              <a:defRPr sz="750"/>
            </a:lvl5pPr>
            <a:lvl6pPr marL="1714500" indent="0" algn="l" rtl="0">
              <a:buNone/>
              <a:defRPr sz="750"/>
            </a:lvl6pPr>
            <a:lvl7pPr marL="2057400" indent="0" algn="l" rtl="0">
              <a:buNone/>
              <a:defRPr sz="750"/>
            </a:lvl7pPr>
            <a:lvl8pPr marL="2400300" indent="0" algn="l" rtl="0">
              <a:buNone/>
              <a:defRPr sz="750"/>
            </a:lvl8pPr>
            <a:lvl9pPr marL="2743200" indent="0" algn="l" rtl="0">
              <a:buNone/>
              <a:defRPr sz="750"/>
            </a:lvl9pPr>
          </a:lstStyle>
          <a:p>
            <a:pPr lvl="0" rtl="0"/>
            <a:r>
              <a:rPr lang="zh-CN" altLang="en-US" noProof="0"/>
              <a:t>编辑母版文本样式</a:t>
            </a:r>
          </a:p>
        </p:txBody>
      </p:sp>
      <p:sp>
        <p:nvSpPr>
          <p:cNvPr id="5" name="日期占位符 4"/>
          <p:cNvSpPr>
            <a:spLocks noGrp="1"/>
          </p:cNvSpPr>
          <p:nvPr>
            <p:ph type="dt" sz="half" idx="10"/>
          </p:nvPr>
        </p:nvSpPr>
        <p:spPr/>
        <p:txBody>
          <a:bodyPr rtlCol="0"/>
          <a:lstStyle>
            <a:lvl1pPr>
              <a:defRPr/>
            </a:lvl1pPr>
          </a:lstStyle>
          <a:p>
            <a:fld id="{F7892ACC-8BC8-4C9E-9D2B-0669DA5038B6}" type="datetime1">
              <a:rPr lang="zh-CN" altLang="en-US" smtClean="0"/>
              <a:pPr/>
              <a:t>2020/5/19</a:t>
            </a:fld>
            <a:endParaRPr lang="zh-CN" altLang="en-US" dirty="0"/>
          </a:p>
        </p:txBody>
      </p:sp>
      <p:sp>
        <p:nvSpPr>
          <p:cNvPr id="6" name="页脚占位符 5"/>
          <p:cNvSpPr>
            <a:spLocks noGrp="1"/>
          </p:cNvSpPr>
          <p:nvPr>
            <p:ph type="ftr" sz="quarter" idx="11"/>
          </p:nvPr>
        </p:nvSpPr>
        <p:spPr/>
        <p:txBody>
          <a:bodyPr rtlCol="0"/>
          <a:lstStyle/>
          <a:p>
            <a:pPr rtl="0"/>
            <a:endParaRPr lang="zh-CN" altLang="en-US" noProof="0" dirty="0"/>
          </a:p>
        </p:txBody>
      </p:sp>
      <p:sp>
        <p:nvSpPr>
          <p:cNvPr id="7" name="灯片编号占位符 6"/>
          <p:cNvSpPr>
            <a:spLocks noGrp="1"/>
          </p:cNvSpPr>
          <p:nvPr>
            <p:ph type="sldNum" sz="quarter" idx="12"/>
          </p:nvPr>
        </p:nvSpPr>
        <p:spPr/>
        <p:txBody>
          <a:bodyPr rtlCol="0"/>
          <a:lstStyle>
            <a:lvl1pPr algn="r">
              <a:defRPr/>
            </a:lvl1pPr>
          </a:lstStyle>
          <a:p>
            <a:fld id="{0FF54DE5-C571-48E8-A5BC-B369434E2F44}" type="slidenum">
              <a:rPr lang="en-US" altLang="zh-CN" smtClean="0"/>
              <a:pPr/>
              <a:t>‹#›</a:t>
            </a:fld>
            <a:endParaRPr lang="en-US" altLang="zh-CN" dirty="0"/>
          </a:p>
        </p:txBody>
      </p:sp>
    </p:spTree>
    <p:extLst>
      <p:ext uri="{BB962C8B-B14F-4D97-AF65-F5344CB8AC3E}">
        <p14:creationId xmlns:p14="http://schemas.microsoft.com/office/powerpoint/2010/main" val="376976468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带题注的图片">
    <p:spTree>
      <p:nvGrpSpPr>
        <p:cNvPr id="1" name=""/>
        <p:cNvGrpSpPr/>
        <p:nvPr/>
      </p:nvGrpSpPr>
      <p:grpSpPr>
        <a:xfrm>
          <a:off x="0" y="0"/>
          <a:ext cx="0" cy="0"/>
          <a:chOff x="0" y="0"/>
          <a:chExt cx="0" cy="0"/>
        </a:xfrm>
      </p:grpSpPr>
      <p:sp>
        <p:nvSpPr>
          <p:cNvPr id="2" name="标题 1"/>
          <p:cNvSpPr>
            <a:spLocks noGrp="1"/>
          </p:cNvSpPr>
          <p:nvPr>
            <p:ph type="title"/>
          </p:nvPr>
        </p:nvSpPr>
        <p:spPr/>
        <p:txBody>
          <a:bodyPr rtlCol="0" anchor="b"/>
          <a:lstStyle>
            <a:lvl1pPr algn="l" rtl="0">
              <a:defRPr sz="2400">
                <a:latin typeface="微软雅黑" panose="020B0503020204020204" pitchFamily="34" charset="-122"/>
                <a:ea typeface="微软雅黑" panose="020B0503020204020204" pitchFamily="34" charset="-122"/>
              </a:defRPr>
            </a:lvl1pPr>
          </a:lstStyle>
          <a:p>
            <a:pPr rtl="0"/>
            <a:r>
              <a:rPr lang="zh-CN" altLang="en-US" noProof="0"/>
              <a:t>单击此处编辑母版标题样式</a:t>
            </a:r>
            <a:endParaRPr lang="zh-CN" altLang="en-US" noProof="0" dirty="0"/>
          </a:p>
        </p:txBody>
      </p:sp>
      <p:sp>
        <p:nvSpPr>
          <p:cNvPr id="3" name="图片占位符 2"/>
          <p:cNvSpPr>
            <a:spLocks noGrp="1"/>
          </p:cNvSpPr>
          <p:nvPr>
            <p:ph type="pic" idx="1"/>
          </p:nvPr>
        </p:nvSpPr>
        <p:spPr>
          <a:xfrm>
            <a:off x="3491003" y="1600200"/>
            <a:ext cx="4823184" cy="4572001"/>
          </a:xfrm>
        </p:spPr>
        <p:txBody>
          <a:bodyPr tIns="1188720" rtlCol="0">
            <a:normAutofit/>
          </a:bodyPr>
          <a:lstStyle>
            <a:lvl1pPr marL="0" indent="0" algn="ctr" rtl="0">
              <a:buNone/>
              <a:defRPr sz="1500">
                <a:latin typeface="微软雅黑" panose="020B0503020204020204" pitchFamily="34" charset="-122"/>
                <a:ea typeface="微软雅黑" panose="020B0503020204020204" pitchFamily="34" charset="-122"/>
              </a:defRPr>
            </a:lvl1pPr>
            <a:lvl2pPr marL="342900" indent="0" algn="l" rtl="0">
              <a:buNone/>
              <a:defRPr sz="2100"/>
            </a:lvl2pPr>
            <a:lvl3pPr marL="685800" indent="0" algn="l" rtl="0">
              <a:buNone/>
              <a:defRPr sz="1800"/>
            </a:lvl3pPr>
            <a:lvl4pPr marL="1028700" indent="0" algn="l" rtl="0">
              <a:buNone/>
              <a:defRPr sz="1500"/>
            </a:lvl4pPr>
            <a:lvl5pPr marL="1371600" indent="0" algn="l" rtl="0">
              <a:buNone/>
              <a:defRPr sz="1500"/>
            </a:lvl5pPr>
            <a:lvl6pPr marL="1714500" indent="0" algn="l" rtl="0">
              <a:buNone/>
              <a:defRPr sz="1500"/>
            </a:lvl6pPr>
            <a:lvl7pPr marL="2057400" indent="0" algn="l" rtl="0">
              <a:buNone/>
              <a:defRPr sz="1500"/>
            </a:lvl7pPr>
            <a:lvl8pPr marL="2400300" indent="0" algn="l" rtl="0">
              <a:buNone/>
              <a:defRPr sz="1500"/>
            </a:lvl8pPr>
            <a:lvl9pPr marL="2743200" indent="0" algn="l" rtl="0">
              <a:buNone/>
              <a:defRPr sz="1500"/>
            </a:lvl9pPr>
          </a:lstStyle>
          <a:p>
            <a:pPr rtl="0"/>
            <a:r>
              <a:rPr lang="zh-CN" altLang="en-US" noProof="0"/>
              <a:t>单击图标添加图片</a:t>
            </a:r>
            <a:endParaRPr lang="zh-CN" altLang="en-US" noProof="0" dirty="0"/>
          </a:p>
        </p:txBody>
      </p:sp>
      <p:sp>
        <p:nvSpPr>
          <p:cNvPr id="4" name="文本占位符 3"/>
          <p:cNvSpPr>
            <a:spLocks noGrp="1"/>
          </p:cNvSpPr>
          <p:nvPr>
            <p:ph type="body" sz="half" idx="2"/>
          </p:nvPr>
        </p:nvSpPr>
        <p:spPr>
          <a:xfrm>
            <a:off x="828675" y="1600200"/>
            <a:ext cx="2547747" cy="4572000"/>
          </a:xfrm>
        </p:spPr>
        <p:txBody>
          <a:bodyPr rtlCol="0">
            <a:normAutofit/>
          </a:bodyPr>
          <a:lstStyle>
            <a:lvl1pPr marL="0" indent="0" algn="l" rtl="0">
              <a:spcBef>
                <a:spcPts val="900"/>
              </a:spcBef>
              <a:buNone/>
              <a:defRPr sz="1350">
                <a:latin typeface="微软雅黑" panose="020B0503020204020204" pitchFamily="34" charset="-122"/>
                <a:ea typeface="微软雅黑" panose="020B0503020204020204" pitchFamily="34" charset="-122"/>
              </a:defRPr>
            </a:lvl1pPr>
            <a:lvl2pPr marL="342900" indent="0" algn="l" rtl="0">
              <a:buNone/>
              <a:defRPr sz="1050"/>
            </a:lvl2pPr>
            <a:lvl3pPr marL="685800" indent="0" algn="l" rtl="0">
              <a:buNone/>
              <a:defRPr sz="900"/>
            </a:lvl3pPr>
            <a:lvl4pPr marL="1028700" indent="0" algn="l" rtl="0">
              <a:buNone/>
              <a:defRPr sz="750"/>
            </a:lvl4pPr>
            <a:lvl5pPr marL="1371600" indent="0" algn="l" rtl="0">
              <a:buNone/>
              <a:defRPr sz="750"/>
            </a:lvl5pPr>
            <a:lvl6pPr marL="1714500" indent="0" algn="l" rtl="0">
              <a:buNone/>
              <a:defRPr sz="750"/>
            </a:lvl6pPr>
            <a:lvl7pPr marL="2057400" indent="0" algn="l" rtl="0">
              <a:buNone/>
              <a:defRPr sz="750"/>
            </a:lvl7pPr>
            <a:lvl8pPr marL="2400300" indent="0" algn="l" rtl="0">
              <a:buNone/>
              <a:defRPr sz="750"/>
            </a:lvl8pPr>
            <a:lvl9pPr marL="2743200" indent="0" algn="l" rtl="0">
              <a:buNone/>
              <a:defRPr sz="750"/>
            </a:lvl9pPr>
          </a:lstStyle>
          <a:p>
            <a:pPr lvl="0" rtl="0"/>
            <a:r>
              <a:rPr lang="zh-CN" altLang="en-US" noProof="0"/>
              <a:t>编辑母版文本样式</a:t>
            </a:r>
          </a:p>
        </p:txBody>
      </p:sp>
      <p:sp>
        <p:nvSpPr>
          <p:cNvPr id="5" name="日期占位符 4"/>
          <p:cNvSpPr>
            <a:spLocks noGrp="1"/>
          </p:cNvSpPr>
          <p:nvPr>
            <p:ph type="dt" sz="half" idx="10"/>
          </p:nvPr>
        </p:nvSpPr>
        <p:spPr/>
        <p:txBody>
          <a:bodyPr rtlCol="0"/>
          <a:lstStyle>
            <a:lvl1pPr>
              <a:defRPr>
                <a:latin typeface="微软雅黑" panose="020B0503020204020204" pitchFamily="34" charset="-122"/>
                <a:ea typeface="微软雅黑" panose="020B0503020204020204" pitchFamily="34" charset="-122"/>
              </a:defRPr>
            </a:lvl1pPr>
          </a:lstStyle>
          <a:p>
            <a:fld id="{7118C275-B304-48F5-8C4F-015CBCF4E7C1}" type="datetime1">
              <a:rPr lang="zh-CN" altLang="en-US" smtClean="0"/>
              <a:pPr/>
              <a:t>2020/5/19</a:t>
            </a:fld>
            <a:r>
              <a:rPr lang="zh-CN" altLang="en-US" dirty="0"/>
              <a:t>​</a:t>
            </a:r>
          </a:p>
        </p:txBody>
      </p:sp>
      <p:sp>
        <p:nvSpPr>
          <p:cNvPr id="6" name="页脚占位符 5"/>
          <p:cNvSpPr>
            <a:spLocks noGrp="1"/>
          </p:cNvSpPr>
          <p:nvPr>
            <p:ph type="ftr" sz="quarter" idx="11"/>
          </p:nvPr>
        </p:nvSpPr>
        <p:spPr/>
        <p:txBody>
          <a:bodyPr rtlCol="0"/>
          <a:lstStyle>
            <a:lvl1pPr>
              <a:defRPr>
                <a:latin typeface="微软雅黑" panose="020B0503020204020204" pitchFamily="34" charset="-122"/>
                <a:ea typeface="微软雅黑" panose="020B0503020204020204" pitchFamily="34" charset="-122"/>
              </a:defRPr>
            </a:lvl1pPr>
          </a:lstStyle>
          <a:p>
            <a:endParaRPr lang="zh-CN" altLang="en-US" noProof="0" dirty="0"/>
          </a:p>
        </p:txBody>
      </p:sp>
      <p:sp>
        <p:nvSpPr>
          <p:cNvPr id="7" name="灯片编号占位符 6"/>
          <p:cNvSpPr>
            <a:spLocks noGrp="1"/>
          </p:cNvSpPr>
          <p:nvPr>
            <p:ph type="sldNum" sz="quarter" idx="12"/>
          </p:nvPr>
        </p:nvSpPr>
        <p:spPr/>
        <p:txBody>
          <a:bodyPr rtlCol="0"/>
          <a:lstStyle>
            <a:lvl1pPr algn="r">
              <a:defRPr>
                <a:latin typeface="微软雅黑" panose="020B0503020204020204" pitchFamily="34" charset="-122"/>
                <a:ea typeface="微软雅黑" panose="020B0503020204020204" pitchFamily="34" charset="-122"/>
              </a:defRPr>
            </a:lvl1pPr>
          </a:lstStyle>
          <a:p>
            <a:fld id="{0FF54DE5-C571-48E8-A5BC-B369434E2F44}" type="slidenum">
              <a:rPr lang="en-US" altLang="zh-CN" smtClean="0"/>
              <a:pPr/>
              <a:t>‹#›</a:t>
            </a:fld>
            <a:endParaRPr lang="zh-CN" altLang="en-US" dirty="0"/>
          </a:p>
        </p:txBody>
      </p:sp>
    </p:spTree>
    <p:extLst>
      <p:ext uri="{BB962C8B-B14F-4D97-AF65-F5344CB8AC3E}">
        <p14:creationId xmlns:p14="http://schemas.microsoft.com/office/powerpoint/2010/main" val="76963709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标题和竖排文本">
    <p:spTree>
      <p:nvGrpSpPr>
        <p:cNvPr id="1" name=""/>
        <p:cNvGrpSpPr/>
        <p:nvPr/>
      </p:nvGrpSpPr>
      <p:grpSpPr>
        <a:xfrm>
          <a:off x="0" y="0"/>
          <a:ext cx="0" cy="0"/>
          <a:chOff x="0" y="0"/>
          <a:chExt cx="0" cy="0"/>
        </a:xfrm>
      </p:grpSpPr>
      <p:sp>
        <p:nvSpPr>
          <p:cNvPr id="2" name="标题 1"/>
          <p:cNvSpPr>
            <a:spLocks noGrp="1"/>
          </p:cNvSpPr>
          <p:nvPr>
            <p:ph type="title"/>
          </p:nvPr>
        </p:nvSpPr>
        <p:spPr/>
        <p:txBody>
          <a:bodyPr rtlCol="0"/>
          <a:lstStyle/>
          <a:p>
            <a:pPr rtl="0"/>
            <a:r>
              <a:rPr lang="zh-CN" altLang="en-US" noProof="0"/>
              <a:t>单击此处编辑母版标题样式</a:t>
            </a:r>
            <a:endParaRPr lang="zh-CN" altLang="en-US" noProof="0" dirty="0"/>
          </a:p>
        </p:txBody>
      </p:sp>
      <p:sp>
        <p:nvSpPr>
          <p:cNvPr id="3" name="竖排文字占位符 2"/>
          <p:cNvSpPr>
            <a:spLocks noGrp="1"/>
          </p:cNvSpPr>
          <p:nvPr>
            <p:ph type="body" orient="vert" idx="1"/>
          </p:nvPr>
        </p:nvSpPr>
        <p:spPr/>
        <p:txBody>
          <a:bodyPr vert="eaVert" rtlCol="0"/>
          <a:lstStyle/>
          <a:p>
            <a:pPr lvl="0" rtl="0"/>
            <a:r>
              <a:rPr lang="zh-CN" altLang="en-US" noProof="0"/>
              <a:t>编辑母版文本样式</a:t>
            </a:r>
          </a:p>
          <a:p>
            <a:pPr lvl="1" rtl="0"/>
            <a:r>
              <a:rPr lang="zh-CN" altLang="en-US" noProof="0"/>
              <a:t>第二级</a:t>
            </a:r>
          </a:p>
          <a:p>
            <a:pPr lvl="2" rtl="0"/>
            <a:r>
              <a:rPr lang="zh-CN" altLang="en-US" noProof="0"/>
              <a:t>第三级</a:t>
            </a:r>
          </a:p>
          <a:p>
            <a:pPr lvl="3" rtl="0"/>
            <a:r>
              <a:rPr lang="zh-CN" altLang="en-US" noProof="0"/>
              <a:t>第四级</a:t>
            </a:r>
          </a:p>
          <a:p>
            <a:pPr lvl="4" rtl="0"/>
            <a:r>
              <a:rPr lang="zh-CN" altLang="en-US" noProof="0"/>
              <a:t>第五级</a:t>
            </a:r>
            <a:endParaRPr lang="zh-CN" altLang="en-US" noProof="0" dirty="0"/>
          </a:p>
        </p:txBody>
      </p:sp>
      <p:sp>
        <p:nvSpPr>
          <p:cNvPr id="4" name="日期占位符 3"/>
          <p:cNvSpPr>
            <a:spLocks noGrp="1"/>
          </p:cNvSpPr>
          <p:nvPr>
            <p:ph type="dt" sz="half" idx="10"/>
          </p:nvPr>
        </p:nvSpPr>
        <p:spPr/>
        <p:txBody>
          <a:bodyPr rtlCol="0"/>
          <a:lstStyle>
            <a:lvl1pPr>
              <a:defRPr/>
            </a:lvl1pPr>
          </a:lstStyle>
          <a:p>
            <a:fld id="{98791AA9-DDCB-4BA8-AD1D-963A3AA00622}" type="datetime1">
              <a:rPr lang="zh-CN" altLang="en-US" smtClean="0"/>
              <a:pPr/>
              <a:t>2020/5/19</a:t>
            </a:fld>
            <a:endParaRPr lang="zh-CN" altLang="en-US" dirty="0"/>
          </a:p>
        </p:txBody>
      </p:sp>
      <p:sp>
        <p:nvSpPr>
          <p:cNvPr id="5" name="页脚占位符 4"/>
          <p:cNvSpPr>
            <a:spLocks noGrp="1"/>
          </p:cNvSpPr>
          <p:nvPr>
            <p:ph type="ftr" sz="quarter" idx="11"/>
          </p:nvPr>
        </p:nvSpPr>
        <p:spPr/>
        <p:txBody>
          <a:bodyPr rtlCol="0"/>
          <a:lstStyle/>
          <a:p>
            <a:pPr rtl="0"/>
            <a:endParaRPr lang="zh-CN" altLang="en-US" noProof="0" dirty="0"/>
          </a:p>
        </p:txBody>
      </p:sp>
      <p:sp>
        <p:nvSpPr>
          <p:cNvPr id="6" name="灯片编号占位符 5"/>
          <p:cNvSpPr>
            <a:spLocks noGrp="1"/>
          </p:cNvSpPr>
          <p:nvPr>
            <p:ph type="sldNum" sz="quarter" idx="12"/>
          </p:nvPr>
        </p:nvSpPr>
        <p:spPr/>
        <p:txBody>
          <a:bodyPr rtlCol="0"/>
          <a:lstStyle>
            <a:lvl1pPr algn="r">
              <a:defRPr/>
            </a:lvl1pPr>
          </a:lstStyle>
          <a:p>
            <a:fld id="{0FF54DE5-C571-48E8-A5BC-B369434E2F44}" type="slidenum">
              <a:rPr lang="en-US" altLang="zh-CN" smtClean="0"/>
              <a:pPr/>
              <a:t>‹#›</a:t>
            </a:fld>
            <a:endParaRPr lang="zh-CN" altLang="en-US" dirty="0"/>
          </a:p>
        </p:txBody>
      </p:sp>
    </p:spTree>
    <p:extLst>
      <p:ext uri="{BB962C8B-B14F-4D97-AF65-F5344CB8AC3E}">
        <p14:creationId xmlns:p14="http://schemas.microsoft.com/office/powerpoint/2010/main" val="201207670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type="vertTitleAndTx" preserve="1">
  <p:cSld name="垂直排列标题与文本">
    <p:spTree>
      <p:nvGrpSpPr>
        <p:cNvPr id="1" name=""/>
        <p:cNvGrpSpPr/>
        <p:nvPr/>
      </p:nvGrpSpPr>
      <p:grpSpPr>
        <a:xfrm>
          <a:off x="0" y="0"/>
          <a:ext cx="0" cy="0"/>
          <a:chOff x="0" y="0"/>
          <a:chExt cx="0" cy="0"/>
        </a:xfrm>
      </p:grpSpPr>
      <p:sp>
        <p:nvSpPr>
          <p:cNvPr id="2" name="垂直标题 1"/>
          <p:cNvSpPr>
            <a:spLocks noGrp="1"/>
          </p:cNvSpPr>
          <p:nvPr>
            <p:ph type="title" orient="vert"/>
          </p:nvPr>
        </p:nvSpPr>
        <p:spPr>
          <a:xfrm>
            <a:off x="7029450" y="365125"/>
            <a:ext cx="1285875" cy="5811838"/>
          </a:xfrm>
        </p:spPr>
        <p:txBody>
          <a:bodyPr vert="eaVert" rtlCol="0"/>
          <a:lstStyle/>
          <a:p>
            <a:pPr rtl="0"/>
            <a:r>
              <a:rPr lang="zh-CN" altLang="en-US" noProof="0"/>
              <a:t>单击此处编辑母版标题样式</a:t>
            </a:r>
            <a:endParaRPr lang="zh-CN" altLang="en-US" noProof="0" dirty="0"/>
          </a:p>
        </p:txBody>
      </p:sp>
      <p:sp>
        <p:nvSpPr>
          <p:cNvPr id="3" name="竖排文字占位符 2"/>
          <p:cNvSpPr>
            <a:spLocks noGrp="1"/>
          </p:cNvSpPr>
          <p:nvPr>
            <p:ph type="body" orient="vert" idx="1"/>
          </p:nvPr>
        </p:nvSpPr>
        <p:spPr>
          <a:xfrm>
            <a:off x="828675" y="365125"/>
            <a:ext cx="6074172" cy="5811838"/>
          </a:xfrm>
        </p:spPr>
        <p:txBody>
          <a:bodyPr vert="eaVert" rtlCol="0"/>
          <a:lstStyle/>
          <a:p>
            <a:pPr lvl="0" rtl="0"/>
            <a:r>
              <a:rPr lang="zh-CN" altLang="en-US" noProof="0"/>
              <a:t>编辑母版文本样式</a:t>
            </a:r>
          </a:p>
          <a:p>
            <a:pPr lvl="1" rtl="0"/>
            <a:r>
              <a:rPr lang="zh-CN" altLang="en-US" noProof="0"/>
              <a:t>第二级</a:t>
            </a:r>
          </a:p>
          <a:p>
            <a:pPr lvl="2" rtl="0"/>
            <a:r>
              <a:rPr lang="zh-CN" altLang="en-US" noProof="0"/>
              <a:t>第三级</a:t>
            </a:r>
          </a:p>
          <a:p>
            <a:pPr lvl="3" rtl="0"/>
            <a:r>
              <a:rPr lang="zh-CN" altLang="en-US" noProof="0"/>
              <a:t>第四级</a:t>
            </a:r>
          </a:p>
          <a:p>
            <a:pPr lvl="4" rtl="0"/>
            <a:r>
              <a:rPr lang="zh-CN" altLang="en-US" noProof="0"/>
              <a:t>第五级</a:t>
            </a:r>
            <a:endParaRPr lang="zh-CN" altLang="en-US" noProof="0" dirty="0"/>
          </a:p>
        </p:txBody>
      </p:sp>
      <p:sp>
        <p:nvSpPr>
          <p:cNvPr id="4" name="日期占位符 3"/>
          <p:cNvSpPr>
            <a:spLocks noGrp="1"/>
          </p:cNvSpPr>
          <p:nvPr>
            <p:ph type="dt" sz="half" idx="10"/>
          </p:nvPr>
        </p:nvSpPr>
        <p:spPr/>
        <p:txBody>
          <a:bodyPr rtlCol="0"/>
          <a:lstStyle>
            <a:lvl1pPr>
              <a:defRPr/>
            </a:lvl1pPr>
          </a:lstStyle>
          <a:p>
            <a:fld id="{9170426F-E661-472B-BE42-25E072CD46D9}" type="datetime1">
              <a:rPr lang="zh-CN" altLang="en-US" smtClean="0"/>
              <a:pPr/>
              <a:t>2020/5/19</a:t>
            </a:fld>
            <a:endParaRPr lang="zh-CN" altLang="en-US" dirty="0"/>
          </a:p>
        </p:txBody>
      </p:sp>
      <p:sp>
        <p:nvSpPr>
          <p:cNvPr id="5" name="页脚占位符 4"/>
          <p:cNvSpPr>
            <a:spLocks noGrp="1"/>
          </p:cNvSpPr>
          <p:nvPr>
            <p:ph type="ftr" sz="quarter" idx="11"/>
          </p:nvPr>
        </p:nvSpPr>
        <p:spPr/>
        <p:txBody>
          <a:bodyPr rtlCol="0"/>
          <a:lstStyle/>
          <a:p>
            <a:pPr rtl="0"/>
            <a:endParaRPr lang="zh-CN" altLang="en-US" noProof="0" dirty="0"/>
          </a:p>
        </p:txBody>
      </p:sp>
      <p:sp>
        <p:nvSpPr>
          <p:cNvPr id="6" name="灯片编号占位符 5"/>
          <p:cNvSpPr>
            <a:spLocks noGrp="1"/>
          </p:cNvSpPr>
          <p:nvPr>
            <p:ph type="sldNum" sz="quarter" idx="12"/>
          </p:nvPr>
        </p:nvSpPr>
        <p:spPr/>
        <p:txBody>
          <a:bodyPr rtlCol="0"/>
          <a:lstStyle>
            <a:lvl1pPr algn="r">
              <a:defRPr/>
            </a:lvl1pPr>
          </a:lstStyle>
          <a:p>
            <a:fld id="{0FF54DE5-C571-48E8-A5BC-B369434E2F44}" type="slidenum">
              <a:rPr lang="en-US" altLang="zh-CN" smtClean="0"/>
              <a:pPr/>
              <a:t>‹#›</a:t>
            </a:fld>
            <a:endParaRPr lang="en-US" altLang="zh-CN" dirty="0"/>
          </a:p>
        </p:txBody>
      </p:sp>
      <p:grpSp>
        <p:nvGrpSpPr>
          <p:cNvPr id="7" name="组 6"/>
          <p:cNvGrpSpPr/>
          <p:nvPr/>
        </p:nvGrpSpPr>
        <p:grpSpPr>
          <a:xfrm rot="5400000">
            <a:off x="4181447" y="3239394"/>
            <a:ext cx="5632704" cy="63302"/>
            <a:chOff x="1073150" y="1219201"/>
            <a:chExt cx="10058400" cy="63125"/>
          </a:xfrm>
        </p:grpSpPr>
        <p:cxnSp>
          <p:nvCxnSpPr>
            <p:cNvPr id="8" name="直接连接符 7"/>
            <p:cNvCxnSpPr/>
            <p:nvPr/>
          </p:nvCxnSpPr>
          <p:spPr>
            <a:xfrm rot="10800000">
              <a:off x="1073150" y="1219201"/>
              <a:ext cx="10058400" cy="0"/>
            </a:xfrm>
            <a:prstGeom prst="line">
              <a:avLst/>
            </a:prstGeom>
            <a:ln w="38100" cap="flat">
              <a:solidFill>
                <a:schemeClr val="tx1"/>
              </a:solidFill>
              <a:miter lim="800000"/>
            </a:ln>
          </p:spPr>
          <p:style>
            <a:lnRef idx="1">
              <a:schemeClr val="accent1"/>
            </a:lnRef>
            <a:fillRef idx="0">
              <a:schemeClr val="accent1"/>
            </a:fillRef>
            <a:effectRef idx="0">
              <a:schemeClr val="accent1"/>
            </a:effectRef>
            <a:fontRef idx="minor">
              <a:schemeClr val="tx1"/>
            </a:fontRef>
          </p:style>
        </p:cxnSp>
        <p:cxnSp>
          <p:nvCxnSpPr>
            <p:cNvPr id="9" name="直接连接符​ 8"/>
            <p:cNvCxnSpPr/>
            <p:nvPr/>
          </p:nvCxnSpPr>
          <p:spPr>
            <a:xfrm rot="10800000">
              <a:off x="1073150" y="1282326"/>
              <a:ext cx="10058400" cy="0"/>
            </a:xfrm>
            <a:prstGeom prst="line">
              <a:avLst/>
            </a:prstGeom>
            <a:ln w="12700" cap="flat">
              <a:solidFill>
                <a:schemeClr val="tx1"/>
              </a:solidFill>
              <a:miter lim="800000"/>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44592712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2"/>
      </p:bgRef>
    </p:bg>
    <p:spTree>
      <p:nvGrpSpPr>
        <p:cNvPr id="1" name=""/>
        <p:cNvGrpSpPr/>
        <p:nvPr/>
      </p:nvGrpSpPr>
      <p:grpSpPr>
        <a:xfrm>
          <a:off x="0" y="0"/>
          <a:ext cx="0" cy="0"/>
          <a:chOff x="0" y="0"/>
          <a:chExt cx="0" cy="0"/>
        </a:xfrm>
      </p:grpSpPr>
      <p:sp>
        <p:nvSpPr>
          <p:cNvPr id="2" name="标题占位符 1"/>
          <p:cNvSpPr>
            <a:spLocks noGrp="1"/>
          </p:cNvSpPr>
          <p:nvPr>
            <p:ph type="title"/>
          </p:nvPr>
        </p:nvSpPr>
        <p:spPr>
          <a:xfrm>
            <a:off x="828675" y="76200"/>
            <a:ext cx="7485512" cy="1096962"/>
          </a:xfrm>
          <a:prstGeom prst="rect">
            <a:avLst/>
          </a:prstGeom>
        </p:spPr>
        <p:txBody>
          <a:bodyPr vert="horz" lIns="0" tIns="45720" rIns="0" bIns="45720" rtlCol="0" anchor="b">
            <a:normAutofit/>
          </a:bodyPr>
          <a:lstStyle/>
          <a:p>
            <a:pPr rtl="0"/>
            <a:r>
              <a:rPr lang="zh-CN" altLang="en-US" noProof="0" dirty="0"/>
              <a:t>单击此处编辑母版标题样式</a:t>
            </a:r>
          </a:p>
        </p:txBody>
      </p:sp>
      <p:sp>
        <p:nvSpPr>
          <p:cNvPr id="3" name="文本占位符 2"/>
          <p:cNvSpPr>
            <a:spLocks noGrp="1"/>
          </p:cNvSpPr>
          <p:nvPr>
            <p:ph type="body" idx="1"/>
          </p:nvPr>
        </p:nvSpPr>
        <p:spPr>
          <a:xfrm>
            <a:off x="828675" y="1600200"/>
            <a:ext cx="7486650" cy="4572000"/>
          </a:xfrm>
          <a:prstGeom prst="rect">
            <a:avLst/>
          </a:prstGeom>
        </p:spPr>
        <p:txBody>
          <a:bodyPr vert="horz" lIns="0" tIns="45720" rIns="0" bIns="45720" rtlCol="0">
            <a:normAutofit/>
          </a:bodyPr>
          <a:lstStyle/>
          <a:p>
            <a:pPr lvl="0" rtl="0"/>
            <a:r>
              <a:rPr lang="zh-CN" altLang="en-US" noProof="0" dirty="0"/>
              <a:t>单击此处编辑母版文本样式</a:t>
            </a:r>
          </a:p>
          <a:p>
            <a:pPr lvl="1" rtl="0"/>
            <a:r>
              <a:rPr lang="zh-CN" altLang="en-US" noProof="0" dirty="0"/>
              <a:t>第二级</a:t>
            </a:r>
          </a:p>
          <a:p>
            <a:pPr lvl="2" rtl="0"/>
            <a:r>
              <a:rPr lang="zh-CN" altLang="en-US" noProof="0" dirty="0"/>
              <a:t>第三级</a:t>
            </a:r>
          </a:p>
          <a:p>
            <a:pPr lvl="3" rtl="0"/>
            <a:r>
              <a:rPr lang="zh-CN" altLang="en-US" noProof="0" dirty="0"/>
              <a:t>第四级</a:t>
            </a:r>
          </a:p>
          <a:p>
            <a:pPr lvl="4" rtl="0"/>
            <a:r>
              <a:rPr lang="zh-CN" altLang="en-US" noProof="0" dirty="0"/>
              <a:t>第五级</a:t>
            </a:r>
          </a:p>
          <a:p>
            <a:pPr lvl="5" rtl="0"/>
            <a:r>
              <a:rPr lang="zh-CN" altLang="en-US" noProof="0" dirty="0"/>
              <a:t>第六级</a:t>
            </a:r>
          </a:p>
          <a:p>
            <a:pPr lvl="6" rtl="0"/>
            <a:r>
              <a:rPr lang="zh-CN" altLang="en-US" noProof="0" dirty="0"/>
              <a:t>第七级</a:t>
            </a:r>
          </a:p>
          <a:p>
            <a:pPr lvl="7" rtl="0"/>
            <a:r>
              <a:rPr lang="zh-CN" altLang="en-US" noProof="0" dirty="0"/>
              <a:t>第八级</a:t>
            </a:r>
          </a:p>
          <a:p>
            <a:pPr lvl="8" rtl="0"/>
            <a:r>
              <a:rPr lang="zh-CN" altLang="en-US" noProof="0" dirty="0"/>
              <a:t>第九级</a:t>
            </a:r>
          </a:p>
        </p:txBody>
      </p:sp>
      <p:sp>
        <p:nvSpPr>
          <p:cNvPr id="4" name="日期占位符 3"/>
          <p:cNvSpPr>
            <a:spLocks noGrp="1"/>
          </p:cNvSpPr>
          <p:nvPr>
            <p:ph type="dt" sz="half" idx="2"/>
          </p:nvPr>
        </p:nvSpPr>
        <p:spPr>
          <a:xfrm>
            <a:off x="828675" y="6356352"/>
            <a:ext cx="1372169" cy="365125"/>
          </a:xfrm>
          <a:prstGeom prst="rect">
            <a:avLst/>
          </a:prstGeom>
        </p:spPr>
        <p:txBody>
          <a:bodyPr vert="horz" lIns="0" tIns="45720" rIns="0" bIns="45720" rtlCol="0" anchor="ctr"/>
          <a:lstStyle>
            <a:lvl1pPr algn="l" rtl="0">
              <a:defRPr sz="900">
                <a:solidFill>
                  <a:schemeClr val="tx1">
                    <a:lumMod val="60000"/>
                    <a:lumOff val="40000"/>
                  </a:schemeClr>
                </a:solidFill>
                <a:latin typeface="微软雅黑" panose="020B0503020204020204" pitchFamily="34" charset="-122"/>
                <a:ea typeface="微软雅黑" panose="020B0503020204020204" pitchFamily="34" charset="-122"/>
              </a:defRPr>
            </a:lvl1pPr>
          </a:lstStyle>
          <a:p>
            <a:r>
              <a:rPr lang="zh-CN" altLang="en-US" dirty="0"/>
              <a:t>​</a:t>
            </a:r>
            <a:fld id="{660B6A15-7713-4A08-BBFD-F297CCC2B976}" type="datetime1">
              <a:rPr lang="zh-CN" altLang="en-US" smtClean="0"/>
              <a:pPr/>
              <a:t>2020/5/19</a:t>
            </a:fld>
            <a:r>
              <a:rPr lang="zh-CN" altLang="en-US" dirty="0"/>
              <a:t>​</a:t>
            </a:r>
          </a:p>
        </p:txBody>
      </p:sp>
      <p:sp>
        <p:nvSpPr>
          <p:cNvPr id="5" name="页脚占位符 4"/>
          <p:cNvSpPr>
            <a:spLocks noGrp="1"/>
          </p:cNvSpPr>
          <p:nvPr>
            <p:ph type="ftr" sz="quarter" idx="3"/>
          </p:nvPr>
        </p:nvSpPr>
        <p:spPr>
          <a:xfrm>
            <a:off x="2200844" y="6356350"/>
            <a:ext cx="4742312" cy="365126"/>
          </a:xfrm>
          <a:prstGeom prst="rect">
            <a:avLst/>
          </a:prstGeom>
        </p:spPr>
        <p:txBody>
          <a:bodyPr vert="horz" lIns="0" tIns="45720" rIns="0" bIns="45720" rtlCol="0" anchor="ctr"/>
          <a:lstStyle>
            <a:lvl1pPr algn="ctr" rtl="0">
              <a:defRPr sz="900">
                <a:solidFill>
                  <a:schemeClr val="tx1">
                    <a:lumMod val="60000"/>
                    <a:lumOff val="40000"/>
                  </a:schemeClr>
                </a:solidFill>
                <a:latin typeface="微软雅黑" panose="020B0503020204020204" pitchFamily="34" charset="-122"/>
                <a:ea typeface="微软雅黑" panose="020B0503020204020204" pitchFamily="34" charset="-122"/>
              </a:defRPr>
            </a:lvl1pPr>
          </a:lstStyle>
          <a:p>
            <a:endParaRPr lang="zh-CN" altLang="en-US" noProof="0" dirty="0"/>
          </a:p>
        </p:txBody>
      </p:sp>
      <p:sp>
        <p:nvSpPr>
          <p:cNvPr id="6" name="幻灯片编号占位符 5"/>
          <p:cNvSpPr>
            <a:spLocks noGrp="1"/>
          </p:cNvSpPr>
          <p:nvPr>
            <p:ph type="sldNum" sz="quarter" idx="4"/>
          </p:nvPr>
        </p:nvSpPr>
        <p:spPr>
          <a:xfrm>
            <a:off x="6942587" y="6356352"/>
            <a:ext cx="1371600" cy="365125"/>
          </a:xfrm>
          <a:prstGeom prst="rect">
            <a:avLst/>
          </a:prstGeom>
        </p:spPr>
        <p:txBody>
          <a:bodyPr vert="horz" lIns="0" tIns="45720" rIns="0" bIns="45720" rtlCol="0" anchor="ctr"/>
          <a:lstStyle>
            <a:lvl1pPr algn="l" rtl="0">
              <a:defRPr sz="900">
                <a:solidFill>
                  <a:schemeClr val="tx1">
                    <a:lumMod val="60000"/>
                    <a:lumOff val="40000"/>
                  </a:schemeClr>
                </a:solidFill>
                <a:latin typeface="微软雅黑" panose="020B0503020204020204" pitchFamily="34" charset="-122"/>
                <a:ea typeface="微软雅黑" panose="020B0503020204020204" pitchFamily="34" charset="-122"/>
              </a:defRPr>
            </a:lvl1pPr>
          </a:lstStyle>
          <a:p>
            <a:pPr algn="r"/>
            <a:fld id="{0FF54DE5-C571-48E8-A5BC-B369434E2F44}" type="slidenum">
              <a:rPr lang="en-US" altLang="zh-CN" noProof="0" smtClean="0"/>
              <a:pPr algn="r"/>
              <a:t>‹#›</a:t>
            </a:fld>
            <a:endParaRPr lang="zh-CN" altLang="en-US" noProof="0" dirty="0"/>
          </a:p>
        </p:txBody>
      </p:sp>
      <p:grpSp>
        <p:nvGrpSpPr>
          <p:cNvPr id="15" name="组 14"/>
          <p:cNvGrpSpPr/>
          <p:nvPr/>
        </p:nvGrpSpPr>
        <p:grpSpPr>
          <a:xfrm>
            <a:off x="827532" y="1219202"/>
            <a:ext cx="7488936" cy="84403"/>
            <a:chOff x="1073150" y="1219201"/>
            <a:chExt cx="10058400" cy="63125"/>
          </a:xfrm>
        </p:grpSpPr>
        <p:cxnSp>
          <p:nvCxnSpPr>
            <p:cNvPr id="13" name="直接连接符​​ 12"/>
            <p:cNvCxnSpPr/>
            <p:nvPr/>
          </p:nvCxnSpPr>
          <p:spPr>
            <a:xfrm rot="10800000">
              <a:off x="1073150" y="1219201"/>
              <a:ext cx="10058400" cy="0"/>
            </a:xfrm>
            <a:prstGeom prst="line">
              <a:avLst/>
            </a:prstGeom>
            <a:ln w="38100" cap="flat">
              <a:solidFill>
                <a:schemeClr val="tx1"/>
              </a:solidFill>
              <a:miter lim="800000"/>
            </a:ln>
          </p:spPr>
          <p:style>
            <a:lnRef idx="1">
              <a:schemeClr val="accent1"/>
            </a:lnRef>
            <a:fillRef idx="0">
              <a:schemeClr val="accent1"/>
            </a:fillRef>
            <a:effectRef idx="0">
              <a:schemeClr val="accent1"/>
            </a:effectRef>
            <a:fontRef idx="minor">
              <a:schemeClr val="tx1"/>
            </a:fontRef>
          </p:style>
        </p:cxnSp>
        <p:cxnSp>
          <p:nvCxnSpPr>
            <p:cNvPr id="14" name="直接连接符 13"/>
            <p:cNvCxnSpPr/>
            <p:nvPr/>
          </p:nvCxnSpPr>
          <p:spPr>
            <a:xfrm rot="10800000">
              <a:off x="1073150" y="1282326"/>
              <a:ext cx="10058400" cy="0"/>
            </a:xfrm>
            <a:prstGeom prst="line">
              <a:avLst/>
            </a:prstGeom>
            <a:ln w="12700" cap="flat">
              <a:solidFill>
                <a:schemeClr val="tx1"/>
              </a:solidFill>
              <a:miter lim="800000"/>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34625105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6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xStyles>
    <p:titleStyle>
      <a:lvl1pPr algn="l" defTabSz="685800" rtl="0" eaLnBrk="1" latinLnBrk="0" hangingPunct="1">
        <a:lnSpc>
          <a:spcPct val="90000"/>
        </a:lnSpc>
        <a:spcBef>
          <a:spcPct val="0"/>
        </a:spcBef>
        <a:buNone/>
        <a:defRPr sz="2100" kern="1200">
          <a:solidFill>
            <a:schemeClr val="tx1"/>
          </a:solidFill>
          <a:latin typeface="微软雅黑" panose="020B0503020204020204" pitchFamily="34" charset="-122"/>
          <a:ea typeface="微软雅黑" panose="020B0503020204020204" pitchFamily="34" charset="-122"/>
          <a:cs typeface="+mj-cs"/>
        </a:defRPr>
      </a:lvl1pPr>
    </p:titleStyle>
    <p:bodyStyle>
      <a:lvl1pPr marL="171450" indent="-171450" algn="l" defTabSz="685800" rtl="0" eaLnBrk="1" latinLnBrk="0" hangingPunct="1">
        <a:lnSpc>
          <a:spcPct val="90000"/>
        </a:lnSpc>
        <a:spcBef>
          <a:spcPts val="1350"/>
        </a:spcBef>
        <a:buFont typeface="Wingdings" panose="05000000000000000000" pitchFamily="2" charset="2"/>
        <a:buChar char="§"/>
        <a:defRPr sz="1500" kern="1200">
          <a:solidFill>
            <a:schemeClr val="tx1"/>
          </a:solidFill>
          <a:latin typeface="微软雅黑" panose="020B0503020204020204" pitchFamily="34" charset="-122"/>
          <a:ea typeface="微软雅黑" panose="020B0503020204020204" pitchFamily="34" charset="-122"/>
          <a:cs typeface="+mn-cs"/>
        </a:defRPr>
      </a:lvl1pPr>
      <a:lvl2pPr marL="514350" indent="-171450" algn="l" defTabSz="685800" rtl="0" eaLnBrk="1" latinLnBrk="0" hangingPunct="1">
        <a:lnSpc>
          <a:spcPct val="90000"/>
        </a:lnSpc>
        <a:spcBef>
          <a:spcPts val="450"/>
        </a:spcBef>
        <a:buFont typeface="Wingdings" panose="05000000000000000000" pitchFamily="2" charset="2"/>
        <a:buChar char="§"/>
        <a:defRPr sz="1200" kern="1200">
          <a:solidFill>
            <a:schemeClr val="tx1"/>
          </a:solidFill>
          <a:latin typeface="微软雅黑" panose="020B0503020204020204" pitchFamily="34" charset="-122"/>
          <a:ea typeface="微软雅黑" panose="020B0503020204020204" pitchFamily="34" charset="-122"/>
          <a:cs typeface="+mn-cs"/>
        </a:defRPr>
      </a:lvl2pPr>
      <a:lvl3pPr marL="857250" indent="-171450" algn="l" defTabSz="685800" rtl="0" eaLnBrk="1" latinLnBrk="0" hangingPunct="1">
        <a:lnSpc>
          <a:spcPct val="90000"/>
        </a:lnSpc>
        <a:spcBef>
          <a:spcPts val="450"/>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3pPr>
      <a:lvl4pPr marL="1200150" indent="-171450" algn="l" defTabSz="685800" rtl="0" eaLnBrk="1" latinLnBrk="0" hangingPunct="1">
        <a:lnSpc>
          <a:spcPct val="90000"/>
        </a:lnSpc>
        <a:spcBef>
          <a:spcPts val="450"/>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4pPr>
      <a:lvl5pPr marL="1543050" indent="-171450" algn="l" defTabSz="685800" rtl="0" eaLnBrk="1" latinLnBrk="0" hangingPunct="1">
        <a:lnSpc>
          <a:spcPct val="90000"/>
        </a:lnSpc>
        <a:spcBef>
          <a:spcPts val="450"/>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5pPr>
      <a:lvl6pPr marL="1885950" indent="-171450" algn="l" defTabSz="685800" rtl="0" eaLnBrk="1" latinLnBrk="0" hangingPunct="1">
        <a:lnSpc>
          <a:spcPct val="90000"/>
        </a:lnSpc>
        <a:spcBef>
          <a:spcPts val="375"/>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6pPr>
      <a:lvl7pPr marL="2228850" indent="-171450" algn="l" defTabSz="685800" rtl="0" eaLnBrk="1" latinLnBrk="0" hangingPunct="1">
        <a:lnSpc>
          <a:spcPct val="90000"/>
        </a:lnSpc>
        <a:spcBef>
          <a:spcPts val="375"/>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7pPr>
      <a:lvl8pPr marL="2571750" indent="-171450" algn="l" defTabSz="685800" rtl="0" eaLnBrk="1" latinLnBrk="0" hangingPunct="1">
        <a:lnSpc>
          <a:spcPct val="90000"/>
        </a:lnSpc>
        <a:spcBef>
          <a:spcPts val="375"/>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8pPr>
      <a:lvl9pPr marL="2914650" indent="-171450" algn="l" defTabSz="685800" rtl="0" eaLnBrk="1" latinLnBrk="0" hangingPunct="1">
        <a:lnSpc>
          <a:spcPct val="90000"/>
        </a:lnSpc>
        <a:spcBef>
          <a:spcPts val="375"/>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9pPr>
    </p:bodyStyle>
    <p:otherStyle>
      <a:defPPr>
        <a:defRPr/>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522" userDrawn="1">
          <p15:clr>
            <a:srgbClr val="F26B43"/>
          </p15:clr>
        </p15:guide>
        <p15:guide id="2" pos="5238" userDrawn="1">
          <p15:clr>
            <a:srgbClr val="F26B43"/>
          </p15:clr>
        </p15:guide>
        <p15:guide id="3" orient="horz" pos="1008" userDrawn="1">
          <p15:clr>
            <a:srgbClr val="F26B43"/>
          </p15:clr>
        </p15:guide>
        <p15:guide id="4" orient="horz" pos="3888" userDrawn="1">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oleObject" Target="../embeddings/oleObject1.bin"/><Relationship Id="rId2" Type="http://schemas.openxmlformats.org/officeDocument/2006/relationships/slideLayout" Target="../slideLayouts/slideLayout2.xml"/><Relationship Id="rId1" Type="http://schemas.openxmlformats.org/officeDocument/2006/relationships/vmlDrawing" Target="../drawings/vmlDrawing1.vml"/><Relationship Id="rId5" Type="http://schemas.openxmlformats.org/officeDocument/2006/relationships/image" Target="../media/image8.png"/><Relationship Id="rId4" Type="http://schemas.openxmlformats.org/officeDocument/2006/relationships/image" Target="../media/image7.wmf"/></Relationships>
</file>

<file path=ppt/slides/_rels/slide7.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2.xml"/><Relationship Id="rId4" Type="http://schemas.openxmlformats.org/officeDocument/2006/relationships/image" Target="../media/image17.png"/></Relationships>
</file>

<file path=ppt/slides/_rels/slide13.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8" Type="http://schemas.openxmlformats.org/officeDocument/2006/relationships/image" Target="../media/image24.wmf"/><Relationship Id="rId3" Type="http://schemas.openxmlformats.org/officeDocument/2006/relationships/oleObject" Target="../embeddings/oleObject2.bin"/><Relationship Id="rId7" Type="http://schemas.openxmlformats.org/officeDocument/2006/relationships/oleObject" Target="../embeddings/oleObject4.bin"/><Relationship Id="rId2" Type="http://schemas.openxmlformats.org/officeDocument/2006/relationships/slideLayout" Target="../slideLayouts/slideLayout2.xml"/><Relationship Id="rId1" Type="http://schemas.openxmlformats.org/officeDocument/2006/relationships/vmlDrawing" Target="../drawings/vmlDrawing2.vml"/><Relationship Id="rId6" Type="http://schemas.openxmlformats.org/officeDocument/2006/relationships/image" Target="../media/image23.wmf"/><Relationship Id="rId5" Type="http://schemas.openxmlformats.org/officeDocument/2006/relationships/oleObject" Target="../embeddings/oleObject3.bin"/><Relationship Id="rId4" Type="http://schemas.openxmlformats.org/officeDocument/2006/relationships/image" Target="../media/image22.wmf"/></Relationships>
</file>

<file path=ppt/slides/_rels/slide19.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27.png"/><Relationship Id="rId1" Type="http://schemas.openxmlformats.org/officeDocument/2006/relationships/slideLayout" Target="../slideLayouts/slideLayout2.xml"/><Relationship Id="rId4" Type="http://schemas.openxmlformats.org/officeDocument/2006/relationships/image" Target="../media/image29.png"/></Relationships>
</file>

<file path=ppt/slides/_rels/slide21.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image" Target="../media/image42.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46.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image" Target="../media/image47.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image" Target="../media/image50.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image" Target="../media/image52.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image" Target="../media/image54.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image" Target="../media/image55.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image" Target="../media/image56.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image" Target="../media/image58.png"/><Relationship Id="rId1" Type="http://schemas.openxmlformats.org/officeDocument/2006/relationships/slideLayout" Target="../slideLayouts/slideLayout2.xml"/><Relationship Id="rId5" Type="http://schemas.openxmlformats.org/officeDocument/2006/relationships/image" Target="../media/image61.png"/><Relationship Id="rId4" Type="http://schemas.openxmlformats.org/officeDocument/2006/relationships/image" Target="../media/image60.png"/></Relationships>
</file>

<file path=ppt/slides/_rels/slide40.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image" Target="../media/image62.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image" Target="../media/image64.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65.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p:cNvSpPr>
            <a:spLocks noGrp="1"/>
          </p:cNvSpPr>
          <p:nvPr>
            <p:ph type="ctrTitle"/>
          </p:nvPr>
        </p:nvSpPr>
        <p:spPr>
          <a:xfrm>
            <a:off x="828675" y="2576321"/>
            <a:ext cx="4300538" cy="1664768"/>
          </a:xfrm>
        </p:spPr>
        <p:txBody>
          <a:bodyPr rtlCol="0" anchor="ctr"/>
          <a:lstStyle/>
          <a:p>
            <a:pPr rtl="0"/>
            <a:r>
              <a:rPr lang="en-US" altLang="zh-CN" dirty="0"/>
              <a:t>Compilers</a:t>
            </a:r>
            <a:endParaRPr lang="en-US" dirty="0">
              <a:latin typeface="微软雅黑" panose="020B0503020204020204" pitchFamily="34" charset="-122"/>
              <a:ea typeface="微软雅黑" panose="020B0503020204020204" pitchFamily="34" charset="-122"/>
            </a:endParaRPr>
          </a:p>
        </p:txBody>
      </p:sp>
      <p:sp>
        <p:nvSpPr>
          <p:cNvPr id="7" name="副标题 6"/>
          <p:cNvSpPr>
            <a:spLocks noGrp="1"/>
          </p:cNvSpPr>
          <p:nvPr>
            <p:ph type="subTitle" idx="1"/>
          </p:nvPr>
        </p:nvSpPr>
        <p:spPr>
          <a:xfrm>
            <a:off x="828675" y="3879543"/>
            <a:ext cx="4300538" cy="1473692"/>
          </a:xfrm>
        </p:spPr>
        <p:txBody>
          <a:bodyPr rtlCol="0">
            <a:normAutofit/>
          </a:bodyPr>
          <a:lstStyle/>
          <a:p>
            <a:pPr rtl="0"/>
            <a:r>
              <a:rPr lang="en-US" sz="2000" dirty="0"/>
              <a:t>Principles, Techniques, &amp; Tools</a:t>
            </a:r>
          </a:p>
          <a:p>
            <a:pPr rtl="0"/>
            <a:endParaRPr lang="en-US" sz="2000" dirty="0">
              <a:latin typeface="微软雅黑" panose="020B0503020204020204" pitchFamily="34" charset="-122"/>
              <a:ea typeface="微软雅黑" panose="020B0503020204020204" pitchFamily="34" charset="-122"/>
            </a:endParaRPr>
          </a:p>
          <a:p>
            <a:pPr rtl="0"/>
            <a:endParaRPr lang="en-US" sz="2000" dirty="0">
              <a:latin typeface="微软雅黑" panose="020B0503020204020204" pitchFamily="34" charset="-122"/>
              <a:ea typeface="微软雅黑" panose="020B0503020204020204" pitchFamily="34" charset="-122"/>
            </a:endParaRPr>
          </a:p>
          <a:p>
            <a:pPr rtl="0"/>
            <a:r>
              <a:rPr lang="en-US" sz="2000" dirty="0">
                <a:latin typeface="微软雅黑" panose="020B0503020204020204" pitchFamily="34" charset="-122"/>
                <a:ea typeface="微软雅黑" panose="020B0503020204020204" pitchFamily="34" charset="-122"/>
              </a:rPr>
              <a:t>Taught by Jing Zhang </a:t>
            </a:r>
          </a:p>
          <a:p>
            <a:pPr rtl="0"/>
            <a:r>
              <a:rPr lang="en-US" sz="2000" dirty="0">
                <a:latin typeface="微软雅黑" panose="020B0503020204020204" pitchFamily="34" charset="-122"/>
                <a:ea typeface="微软雅黑" panose="020B0503020204020204" pitchFamily="34" charset="-122"/>
              </a:rPr>
              <a:t>(jzhang@njust.edu.cn)</a:t>
            </a:r>
          </a:p>
        </p:txBody>
      </p:sp>
      <p:pic>
        <p:nvPicPr>
          <p:cNvPr id="4" name="图片占位符 3" descr="桌上一本打开的书，书架在背景中模糊显示" title="示例图片"/>
          <p:cNvPicPr>
            <a:picLocks noGrp="1" noChangeAspect="1"/>
          </p:cNvPicPr>
          <p:nvPr>
            <p:ph type="pic" sz="quarter" idx="13"/>
          </p:nvPr>
        </p:nvPicPr>
        <p:blipFill>
          <a:blip r:embed="rId3" cstate="print">
            <a:extLst>
              <a:ext uri="{28A0092B-C50C-407E-A947-70E740481C1C}">
                <a14:useLocalDpi xmlns:a14="http://schemas.microsoft.com/office/drawing/2010/main" val="0"/>
              </a:ext>
            </a:extLst>
          </a:blip>
          <a:srcRect l="8805" r="8805"/>
          <a:stretch>
            <a:fillRect/>
          </a:stretch>
        </p:blipFill>
        <p:spPr/>
      </p:pic>
    </p:spTree>
    <p:extLst>
      <p:ext uri="{BB962C8B-B14F-4D97-AF65-F5344CB8AC3E}">
        <p14:creationId xmlns:p14="http://schemas.microsoft.com/office/powerpoint/2010/main" val="165213399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rtlCol="0"/>
          <a:lstStyle/>
          <a:p>
            <a:r>
              <a:rPr lang="en-US" altLang="zh-CN" dirty="0"/>
              <a:t>Intermediate- Code</a:t>
            </a:r>
            <a:br>
              <a:rPr lang="en-US" altLang="zh-CN" dirty="0"/>
            </a:br>
            <a:r>
              <a:rPr lang="en-US" altLang="zh-CN" dirty="0"/>
              <a:t>Generation</a:t>
            </a:r>
            <a:endParaRPr lang="en-US" dirty="0"/>
          </a:p>
        </p:txBody>
      </p:sp>
      <p:sp>
        <p:nvSpPr>
          <p:cNvPr id="3" name="文本占位符 2"/>
          <p:cNvSpPr>
            <a:spLocks noGrp="1"/>
          </p:cNvSpPr>
          <p:nvPr>
            <p:ph type="body" idx="1"/>
          </p:nvPr>
        </p:nvSpPr>
        <p:spPr/>
        <p:txBody>
          <a:bodyPr rtlCol="0"/>
          <a:lstStyle/>
          <a:p>
            <a:pPr rtl="0"/>
            <a:endParaRPr lang="en-US"/>
          </a:p>
        </p:txBody>
      </p:sp>
    </p:spTree>
    <p:extLst>
      <p:ext uri="{BB962C8B-B14F-4D97-AF65-F5344CB8AC3E}">
        <p14:creationId xmlns:p14="http://schemas.microsoft.com/office/powerpoint/2010/main" val="13288436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Outlines</a:t>
            </a:r>
            <a:endParaRPr lang="zh-CN" altLang="en-US" dirty="0"/>
          </a:p>
        </p:txBody>
      </p:sp>
      <p:sp>
        <p:nvSpPr>
          <p:cNvPr id="3" name="内容占位符 2"/>
          <p:cNvSpPr>
            <a:spLocks noGrp="1"/>
          </p:cNvSpPr>
          <p:nvPr>
            <p:ph idx="1"/>
          </p:nvPr>
        </p:nvSpPr>
        <p:spPr/>
        <p:txBody>
          <a:bodyPr/>
          <a:lstStyle/>
          <a:p>
            <a:r>
              <a:rPr lang="en-US" altLang="zh-CN" dirty="0"/>
              <a:t>Introduction</a:t>
            </a:r>
          </a:p>
          <a:p>
            <a:r>
              <a:rPr lang="en-US" altLang="zh-CN" dirty="0"/>
              <a:t>Variants of Syntax Trees</a:t>
            </a:r>
          </a:p>
          <a:p>
            <a:r>
              <a:rPr lang="en-US" altLang="zh-CN" dirty="0"/>
              <a:t>Three-Address Code</a:t>
            </a:r>
          </a:p>
          <a:p>
            <a:r>
              <a:rPr lang="en-US" altLang="zh-CN" dirty="0"/>
              <a:t>Types and Declarations</a:t>
            </a:r>
          </a:p>
          <a:p>
            <a:r>
              <a:rPr lang="en-US" altLang="zh-CN" dirty="0"/>
              <a:t>Translation of Expressions</a:t>
            </a:r>
          </a:p>
          <a:p>
            <a:r>
              <a:rPr lang="en-US" altLang="zh-CN" dirty="0"/>
              <a:t>Type Checking</a:t>
            </a:r>
          </a:p>
          <a:p>
            <a:r>
              <a:rPr lang="en-US" altLang="zh-CN" dirty="0"/>
              <a:t>Control Flow</a:t>
            </a:r>
          </a:p>
          <a:p>
            <a:r>
              <a:rPr lang="en-US" altLang="zh-CN" dirty="0"/>
              <a:t>Switch- Statements</a:t>
            </a:r>
          </a:p>
          <a:p>
            <a:r>
              <a:rPr lang="it-IT" altLang="zh-CN" dirty="0"/>
              <a:t>Intermediate Code for Procedures</a:t>
            </a:r>
            <a:endParaRPr lang="en-US" altLang="zh-CN" dirty="0"/>
          </a:p>
          <a:p>
            <a:endParaRPr lang="en-US" altLang="zh-CN" dirty="0"/>
          </a:p>
          <a:p>
            <a:endParaRPr lang="en-US" altLang="zh-CN" dirty="0"/>
          </a:p>
          <a:p>
            <a:endParaRPr lang="en-US" altLang="zh-CN" dirty="0"/>
          </a:p>
          <a:p>
            <a:endParaRPr lang="en-US" altLang="zh-CN" dirty="0"/>
          </a:p>
          <a:p>
            <a:endParaRPr lang="en-US" altLang="zh-CN" dirty="0"/>
          </a:p>
          <a:p>
            <a:endParaRPr lang="en-US" altLang="zh-CN" dirty="0"/>
          </a:p>
          <a:p>
            <a:endParaRPr lang="en-US" altLang="zh-CN" dirty="0"/>
          </a:p>
          <a:p>
            <a:endParaRPr lang="en-US" altLang="zh-CN" dirty="0"/>
          </a:p>
          <a:p>
            <a:endParaRPr lang="en-US" altLang="zh-CN" dirty="0"/>
          </a:p>
          <a:p>
            <a:endParaRPr lang="en-US" altLang="zh-CN" dirty="0"/>
          </a:p>
        </p:txBody>
      </p:sp>
    </p:spTree>
    <p:extLst>
      <p:ext uri="{BB962C8B-B14F-4D97-AF65-F5344CB8AC3E}">
        <p14:creationId xmlns:p14="http://schemas.microsoft.com/office/powerpoint/2010/main" val="195570972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Introduction</a:t>
            </a:r>
            <a:endParaRPr lang="zh-CN" altLang="en-US" dirty="0"/>
          </a:p>
        </p:txBody>
      </p:sp>
      <p:sp>
        <p:nvSpPr>
          <p:cNvPr id="3" name="内容占位符 2"/>
          <p:cNvSpPr>
            <a:spLocks noGrp="1"/>
          </p:cNvSpPr>
          <p:nvPr>
            <p:ph idx="1"/>
          </p:nvPr>
        </p:nvSpPr>
        <p:spPr>
          <a:xfrm>
            <a:off x="828675" y="1600200"/>
            <a:ext cx="7486650" cy="3701143"/>
          </a:xfrm>
        </p:spPr>
        <p:txBody>
          <a:bodyPr/>
          <a:lstStyle/>
          <a:p>
            <a:pPr>
              <a:lnSpc>
                <a:spcPct val="100000"/>
              </a:lnSpc>
            </a:pPr>
            <a:r>
              <a:rPr lang="en-US" altLang="zh-CN" dirty="0"/>
              <a:t>we assume that a compiler front end is organized as follows, where parsing, static checking, and intermediate-code generation are done sequentially; sometimes they can be combined and folded into parsing.</a:t>
            </a:r>
          </a:p>
          <a:p>
            <a:pPr>
              <a:lnSpc>
                <a:spcPct val="100000"/>
              </a:lnSpc>
            </a:pPr>
            <a:endParaRPr lang="en-US" altLang="zh-CN" dirty="0"/>
          </a:p>
          <a:p>
            <a:pPr>
              <a:lnSpc>
                <a:spcPct val="100000"/>
              </a:lnSpc>
            </a:pPr>
            <a:endParaRPr lang="en-US" altLang="zh-CN" dirty="0"/>
          </a:p>
          <a:p>
            <a:pPr>
              <a:lnSpc>
                <a:spcPct val="100000"/>
              </a:lnSpc>
            </a:pPr>
            <a:endParaRPr lang="en-US" altLang="zh-CN" dirty="0"/>
          </a:p>
          <a:p>
            <a:pPr>
              <a:lnSpc>
                <a:spcPct val="100000"/>
              </a:lnSpc>
            </a:pPr>
            <a:endParaRPr lang="en-US" altLang="zh-CN" dirty="0"/>
          </a:p>
          <a:p>
            <a:pPr>
              <a:lnSpc>
                <a:spcPct val="100000"/>
              </a:lnSpc>
            </a:pPr>
            <a:r>
              <a:rPr lang="en-US" altLang="zh-CN" dirty="0"/>
              <a:t>In the process of translating a program in a given source language into code for a given target machine, a compiler may construct a sequence of intermediate representations. High-level representations are close to the source language and low-level representations are close to the target machine.</a:t>
            </a:r>
          </a:p>
          <a:p>
            <a:pPr>
              <a:lnSpc>
                <a:spcPct val="100000"/>
              </a:lnSpc>
            </a:pPr>
            <a:endParaRPr lang="en-US" altLang="zh-CN" dirty="0"/>
          </a:p>
        </p:txBody>
      </p:sp>
      <p:pic>
        <p:nvPicPr>
          <p:cNvPr id="4" name="图片 3"/>
          <p:cNvPicPr>
            <a:picLocks noChangeAspect="1"/>
          </p:cNvPicPr>
          <p:nvPr/>
        </p:nvPicPr>
        <p:blipFill>
          <a:blip r:embed="rId2"/>
          <a:stretch>
            <a:fillRect/>
          </a:stretch>
        </p:blipFill>
        <p:spPr>
          <a:xfrm>
            <a:off x="1302884" y="2505075"/>
            <a:ext cx="6124575" cy="1457325"/>
          </a:xfrm>
          <a:prstGeom prst="rect">
            <a:avLst/>
          </a:prstGeom>
        </p:spPr>
      </p:pic>
      <p:pic>
        <p:nvPicPr>
          <p:cNvPr id="5" name="图片 4"/>
          <p:cNvPicPr>
            <a:picLocks noChangeAspect="1"/>
          </p:cNvPicPr>
          <p:nvPr/>
        </p:nvPicPr>
        <p:blipFill>
          <a:blip r:embed="rId3"/>
          <a:stretch>
            <a:fillRect/>
          </a:stretch>
        </p:blipFill>
        <p:spPr>
          <a:xfrm>
            <a:off x="1431828" y="5142243"/>
            <a:ext cx="5714286" cy="828571"/>
          </a:xfrm>
          <a:prstGeom prst="rect">
            <a:avLst/>
          </a:prstGeom>
        </p:spPr>
      </p:pic>
    </p:spTree>
    <p:extLst>
      <p:ext uri="{BB962C8B-B14F-4D97-AF65-F5344CB8AC3E}">
        <p14:creationId xmlns:p14="http://schemas.microsoft.com/office/powerpoint/2010/main" val="298346130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7.1 Variants of Syntax Trees</a:t>
            </a:r>
            <a:endParaRPr lang="zh-CN" altLang="en-US" dirty="0"/>
          </a:p>
        </p:txBody>
      </p:sp>
      <p:sp>
        <p:nvSpPr>
          <p:cNvPr id="3" name="内容占位符 2"/>
          <p:cNvSpPr>
            <a:spLocks noGrp="1"/>
          </p:cNvSpPr>
          <p:nvPr>
            <p:ph idx="1"/>
          </p:nvPr>
        </p:nvSpPr>
        <p:spPr/>
        <p:txBody>
          <a:bodyPr/>
          <a:lstStyle/>
          <a:p>
            <a:r>
              <a:rPr lang="en-US" altLang="zh-CN" b="1" dirty="0">
                <a:solidFill>
                  <a:srgbClr val="7030A0"/>
                </a:solidFill>
              </a:rPr>
              <a:t>Directed Acyclic Graphs (DAG)</a:t>
            </a:r>
          </a:p>
          <a:p>
            <a:pPr marL="0" indent="0">
              <a:lnSpc>
                <a:spcPct val="100000"/>
              </a:lnSpc>
              <a:buNone/>
            </a:pPr>
            <a:r>
              <a:rPr lang="en-US" altLang="zh-CN" dirty="0"/>
              <a:t>A node </a:t>
            </a:r>
            <a:r>
              <a:rPr lang="en-US" altLang="zh-CN" i="1" dirty="0"/>
              <a:t>N</a:t>
            </a:r>
            <a:r>
              <a:rPr lang="en-US" altLang="zh-CN" dirty="0"/>
              <a:t> in a DAG has more than one parent if </a:t>
            </a:r>
            <a:r>
              <a:rPr lang="en-US" altLang="zh-CN" i="1" dirty="0"/>
              <a:t>N</a:t>
            </a:r>
            <a:r>
              <a:rPr lang="en-US" altLang="zh-CN" dirty="0"/>
              <a:t> represents a common subexpression; in a syntax tree, the tree for the common sub expression would be replicated as many times as the sub expression appears in the original expression. Thus, a DAG not only represents expressions more succinctly, it gives the compiler important clues regarding the generation of efficient code to evaluate the expressions.</a:t>
            </a:r>
          </a:p>
          <a:p>
            <a:pPr marL="0" indent="0">
              <a:lnSpc>
                <a:spcPct val="100000"/>
              </a:lnSpc>
              <a:buNone/>
            </a:pPr>
            <a:r>
              <a:rPr lang="en-US" altLang="zh-CN" dirty="0"/>
              <a:t>E.g. </a:t>
            </a:r>
            <a:r>
              <a:rPr lang="pt-BR" altLang="zh-CN" dirty="0"/>
              <a:t>a + a * (b - c) + (b - c) * d</a:t>
            </a:r>
          </a:p>
          <a:p>
            <a:pPr marL="0" indent="0">
              <a:lnSpc>
                <a:spcPct val="100000"/>
              </a:lnSpc>
              <a:buNone/>
            </a:pPr>
            <a:endParaRPr lang="zh-CN" altLang="en-US" dirty="0"/>
          </a:p>
        </p:txBody>
      </p:sp>
      <p:pic>
        <p:nvPicPr>
          <p:cNvPr id="4" name="图片 3"/>
          <p:cNvPicPr>
            <a:picLocks noChangeAspect="1"/>
          </p:cNvPicPr>
          <p:nvPr/>
        </p:nvPicPr>
        <p:blipFill>
          <a:blip r:embed="rId2"/>
          <a:stretch>
            <a:fillRect/>
          </a:stretch>
        </p:blipFill>
        <p:spPr>
          <a:xfrm>
            <a:off x="1161621" y="4215600"/>
            <a:ext cx="2247619" cy="1695238"/>
          </a:xfrm>
          <a:prstGeom prst="rect">
            <a:avLst/>
          </a:prstGeom>
        </p:spPr>
      </p:pic>
      <p:pic>
        <p:nvPicPr>
          <p:cNvPr id="5" name="图片 4"/>
          <p:cNvPicPr>
            <a:picLocks noChangeAspect="1"/>
          </p:cNvPicPr>
          <p:nvPr/>
        </p:nvPicPr>
        <p:blipFill>
          <a:blip r:embed="rId3"/>
          <a:stretch>
            <a:fillRect/>
          </a:stretch>
        </p:blipFill>
        <p:spPr>
          <a:xfrm>
            <a:off x="3990378" y="4215600"/>
            <a:ext cx="4323809" cy="1714286"/>
          </a:xfrm>
          <a:prstGeom prst="rect">
            <a:avLst/>
          </a:prstGeom>
        </p:spPr>
      </p:pic>
    </p:spTree>
    <p:extLst>
      <p:ext uri="{BB962C8B-B14F-4D97-AF65-F5344CB8AC3E}">
        <p14:creationId xmlns:p14="http://schemas.microsoft.com/office/powerpoint/2010/main" val="413214874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7.2 Three-Address Code</a:t>
            </a:r>
            <a:endParaRPr lang="zh-CN" altLang="en-US" dirty="0"/>
          </a:p>
        </p:txBody>
      </p:sp>
      <p:sp>
        <p:nvSpPr>
          <p:cNvPr id="3" name="内容占位符 2"/>
          <p:cNvSpPr>
            <a:spLocks noGrp="1"/>
          </p:cNvSpPr>
          <p:nvPr>
            <p:ph idx="1"/>
          </p:nvPr>
        </p:nvSpPr>
        <p:spPr>
          <a:xfrm>
            <a:off x="828675" y="1600200"/>
            <a:ext cx="7486650" cy="1709057"/>
          </a:xfrm>
        </p:spPr>
        <p:txBody>
          <a:bodyPr/>
          <a:lstStyle/>
          <a:p>
            <a:r>
              <a:rPr lang="en-US" altLang="zh-CN" dirty="0"/>
              <a:t>In three-address code, there is at most one operator on the right side of an instruction; that is, no built-up arithmetic expressions are permitted.</a:t>
            </a:r>
          </a:p>
          <a:p>
            <a:pPr marL="0" indent="0">
              <a:buNone/>
            </a:pPr>
            <a:r>
              <a:rPr lang="en-US" altLang="zh-CN" dirty="0"/>
              <a:t>   E.g. </a:t>
            </a:r>
            <a:r>
              <a:rPr lang="en-US" altLang="zh-CN" dirty="0" err="1"/>
              <a:t>x+y</a:t>
            </a:r>
            <a:r>
              <a:rPr lang="en-US" altLang="zh-CN" dirty="0"/>
              <a:t>*z</a:t>
            </a:r>
          </a:p>
          <a:p>
            <a:pPr marL="0" indent="0">
              <a:buNone/>
            </a:pPr>
            <a:r>
              <a:rPr lang="en-US" altLang="zh-CN" dirty="0"/>
              <a:t>   Three-Address Code: </a:t>
            </a:r>
            <a:endParaRPr lang="zh-CN" altLang="en-US" dirty="0"/>
          </a:p>
        </p:txBody>
      </p:sp>
      <p:graphicFrame>
        <p:nvGraphicFramePr>
          <p:cNvPr id="4" name="对象 3"/>
          <p:cNvGraphicFramePr>
            <a:graphicFrameLocks noChangeAspect="1"/>
          </p:cNvGraphicFramePr>
          <p:nvPr>
            <p:extLst>
              <p:ext uri="{D42A27DB-BD31-4B8C-83A1-F6EECF244321}">
                <p14:modId xmlns:p14="http://schemas.microsoft.com/office/powerpoint/2010/main" val="1528589215"/>
              </p:ext>
            </p:extLst>
          </p:nvPr>
        </p:nvGraphicFramePr>
        <p:xfrm>
          <a:off x="3155949" y="2522083"/>
          <a:ext cx="928215" cy="710973"/>
        </p:xfrm>
        <a:graphic>
          <a:graphicData uri="http://schemas.openxmlformats.org/presentationml/2006/ole">
            <mc:AlternateContent xmlns:mc="http://schemas.openxmlformats.org/markup-compatibility/2006">
              <mc:Choice xmlns:v="urn:schemas-microsoft-com:vml" Requires="v">
                <p:oleObj spid="_x0000_s1119" name="Equation" r:id="rId3" imgW="596880" imgH="457200" progId="Equation.DSMT4">
                  <p:embed/>
                </p:oleObj>
              </mc:Choice>
              <mc:Fallback>
                <p:oleObj name="Equation" r:id="rId3" imgW="596880" imgH="457200" progId="Equation.DSMT4">
                  <p:embed/>
                  <p:pic>
                    <p:nvPicPr>
                      <p:cNvPr id="0" name=""/>
                      <p:cNvPicPr/>
                      <p:nvPr/>
                    </p:nvPicPr>
                    <p:blipFill>
                      <a:blip r:embed="rId4"/>
                      <a:stretch>
                        <a:fillRect/>
                      </a:stretch>
                    </p:blipFill>
                    <p:spPr>
                      <a:xfrm>
                        <a:off x="3155949" y="2522083"/>
                        <a:ext cx="928215" cy="710973"/>
                      </a:xfrm>
                      <a:prstGeom prst="rect">
                        <a:avLst/>
                      </a:prstGeom>
                    </p:spPr>
                  </p:pic>
                </p:oleObj>
              </mc:Fallback>
            </mc:AlternateContent>
          </a:graphicData>
        </a:graphic>
      </p:graphicFrame>
      <p:pic>
        <p:nvPicPr>
          <p:cNvPr id="5" name="图片 4"/>
          <p:cNvPicPr>
            <a:picLocks noChangeAspect="1"/>
          </p:cNvPicPr>
          <p:nvPr/>
        </p:nvPicPr>
        <p:blipFill>
          <a:blip r:embed="rId5"/>
          <a:stretch>
            <a:fillRect/>
          </a:stretch>
        </p:blipFill>
        <p:spPr>
          <a:xfrm>
            <a:off x="1684316" y="3309257"/>
            <a:ext cx="5898910" cy="3113314"/>
          </a:xfrm>
          <a:prstGeom prst="rect">
            <a:avLst/>
          </a:prstGeom>
        </p:spPr>
      </p:pic>
    </p:spTree>
    <p:extLst>
      <p:ext uri="{BB962C8B-B14F-4D97-AF65-F5344CB8AC3E}">
        <p14:creationId xmlns:p14="http://schemas.microsoft.com/office/powerpoint/2010/main" val="130017170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7.2 Three-Address Code – Addresses and Instructions</a:t>
            </a:r>
            <a:endParaRPr lang="zh-CN" altLang="en-US" dirty="0"/>
          </a:p>
        </p:txBody>
      </p:sp>
      <p:sp>
        <p:nvSpPr>
          <p:cNvPr id="3" name="内容占位符 2"/>
          <p:cNvSpPr>
            <a:spLocks noGrp="1"/>
          </p:cNvSpPr>
          <p:nvPr>
            <p:ph idx="1"/>
          </p:nvPr>
        </p:nvSpPr>
        <p:spPr/>
        <p:txBody>
          <a:bodyPr>
            <a:normAutofit/>
          </a:bodyPr>
          <a:lstStyle/>
          <a:p>
            <a:r>
              <a:rPr lang="en-US" altLang="zh-CN" sz="1600" dirty="0">
                <a:solidFill>
                  <a:srgbClr val="7030A0"/>
                </a:solidFill>
              </a:rPr>
              <a:t>Addresses</a:t>
            </a:r>
          </a:p>
          <a:p>
            <a:pPr lvl="1"/>
            <a:r>
              <a:rPr lang="en-US" altLang="zh-CN" sz="1300" dirty="0">
                <a:solidFill>
                  <a:srgbClr val="0070C0"/>
                </a:solidFill>
              </a:rPr>
              <a:t>A </a:t>
            </a:r>
            <a:r>
              <a:rPr lang="en-US" altLang="zh-CN" sz="1300" i="1" dirty="0">
                <a:solidFill>
                  <a:srgbClr val="0070C0"/>
                </a:solidFill>
              </a:rPr>
              <a:t>name</a:t>
            </a:r>
            <a:r>
              <a:rPr lang="en-US" altLang="zh-CN" sz="1300" dirty="0">
                <a:solidFill>
                  <a:srgbClr val="0070C0"/>
                </a:solidFill>
              </a:rPr>
              <a:t>.</a:t>
            </a:r>
          </a:p>
          <a:p>
            <a:pPr lvl="1"/>
            <a:r>
              <a:rPr lang="en-US" altLang="zh-CN" sz="1300" dirty="0">
                <a:solidFill>
                  <a:srgbClr val="0070C0"/>
                </a:solidFill>
              </a:rPr>
              <a:t>A </a:t>
            </a:r>
            <a:r>
              <a:rPr lang="en-US" altLang="zh-CN" sz="1300" i="1" dirty="0">
                <a:solidFill>
                  <a:srgbClr val="0070C0"/>
                </a:solidFill>
              </a:rPr>
              <a:t>constant</a:t>
            </a:r>
            <a:r>
              <a:rPr lang="en-US" altLang="zh-CN" sz="1300" dirty="0">
                <a:solidFill>
                  <a:srgbClr val="0070C0"/>
                </a:solidFill>
              </a:rPr>
              <a:t>.</a:t>
            </a:r>
          </a:p>
          <a:p>
            <a:pPr lvl="1"/>
            <a:r>
              <a:rPr lang="en-US" altLang="zh-CN" sz="1300" dirty="0">
                <a:solidFill>
                  <a:srgbClr val="0070C0"/>
                </a:solidFill>
              </a:rPr>
              <a:t>A </a:t>
            </a:r>
            <a:r>
              <a:rPr lang="en-US" altLang="zh-CN" sz="1300" i="1" dirty="0">
                <a:solidFill>
                  <a:srgbClr val="0070C0"/>
                </a:solidFill>
              </a:rPr>
              <a:t>compiler-generated temporary.</a:t>
            </a:r>
          </a:p>
          <a:p>
            <a:r>
              <a:rPr lang="en-US" altLang="zh-CN" sz="1600" dirty="0">
                <a:solidFill>
                  <a:srgbClr val="7030A0"/>
                </a:solidFill>
              </a:rPr>
              <a:t>common three-address instruction forms</a:t>
            </a:r>
          </a:p>
          <a:p>
            <a:pPr lvl="1"/>
            <a:r>
              <a:rPr lang="en-US" altLang="zh-CN" sz="1300" dirty="0">
                <a:solidFill>
                  <a:srgbClr val="0070C0"/>
                </a:solidFill>
              </a:rPr>
              <a:t>assignment instructions of the form </a:t>
            </a:r>
            <a:r>
              <a:rPr lang="en-US" altLang="zh-CN" sz="1300" i="1" dirty="0">
                <a:solidFill>
                  <a:srgbClr val="7030A0"/>
                </a:solidFill>
              </a:rPr>
              <a:t>x = y op z</a:t>
            </a:r>
            <a:r>
              <a:rPr lang="en-US" altLang="zh-CN" sz="1300" dirty="0">
                <a:solidFill>
                  <a:srgbClr val="0070C0"/>
                </a:solidFill>
              </a:rPr>
              <a:t>.</a:t>
            </a:r>
          </a:p>
          <a:p>
            <a:pPr lvl="1"/>
            <a:r>
              <a:rPr lang="en-US" altLang="zh-CN" sz="1300" dirty="0">
                <a:solidFill>
                  <a:srgbClr val="0070C0"/>
                </a:solidFill>
              </a:rPr>
              <a:t>assignments of the form </a:t>
            </a:r>
            <a:r>
              <a:rPr lang="en-US" altLang="zh-CN" sz="1300" i="1" dirty="0">
                <a:solidFill>
                  <a:srgbClr val="7030A0"/>
                </a:solidFill>
              </a:rPr>
              <a:t>x = op y</a:t>
            </a:r>
            <a:r>
              <a:rPr lang="en-US" altLang="zh-CN" sz="1300" dirty="0">
                <a:solidFill>
                  <a:srgbClr val="0070C0"/>
                </a:solidFill>
              </a:rPr>
              <a:t>, where </a:t>
            </a:r>
            <a:r>
              <a:rPr lang="en-US" altLang="zh-CN" sz="1300" i="1" dirty="0">
                <a:solidFill>
                  <a:srgbClr val="7030A0"/>
                </a:solidFill>
              </a:rPr>
              <a:t>op</a:t>
            </a:r>
            <a:r>
              <a:rPr lang="en-US" altLang="zh-CN" sz="1300" dirty="0">
                <a:solidFill>
                  <a:srgbClr val="0070C0"/>
                </a:solidFill>
              </a:rPr>
              <a:t> is a unary operation.</a:t>
            </a:r>
          </a:p>
          <a:p>
            <a:pPr lvl="1"/>
            <a:r>
              <a:rPr lang="en-US" altLang="zh-CN" sz="1300" dirty="0">
                <a:solidFill>
                  <a:srgbClr val="0070C0"/>
                </a:solidFill>
              </a:rPr>
              <a:t>copy instructions of the form </a:t>
            </a:r>
            <a:r>
              <a:rPr lang="en-US" altLang="zh-CN" sz="1300" i="1" dirty="0">
                <a:solidFill>
                  <a:srgbClr val="7030A0"/>
                </a:solidFill>
              </a:rPr>
              <a:t>x = y</a:t>
            </a:r>
            <a:r>
              <a:rPr lang="en-US" altLang="zh-CN" sz="1300" dirty="0">
                <a:solidFill>
                  <a:srgbClr val="0070C0"/>
                </a:solidFill>
              </a:rPr>
              <a:t>.</a:t>
            </a:r>
          </a:p>
          <a:p>
            <a:pPr lvl="1"/>
            <a:r>
              <a:rPr lang="en-US" altLang="zh-CN" sz="1300" dirty="0">
                <a:solidFill>
                  <a:srgbClr val="0070C0"/>
                </a:solidFill>
              </a:rPr>
              <a:t>an unconditional jump </a:t>
            </a:r>
            <a:r>
              <a:rPr lang="en-US" altLang="zh-CN" sz="1300" i="1" dirty="0" err="1">
                <a:solidFill>
                  <a:srgbClr val="7030A0"/>
                </a:solidFill>
              </a:rPr>
              <a:t>goto</a:t>
            </a:r>
            <a:r>
              <a:rPr lang="en-US" altLang="zh-CN" sz="1300" i="1" dirty="0">
                <a:solidFill>
                  <a:srgbClr val="7030A0"/>
                </a:solidFill>
              </a:rPr>
              <a:t> L</a:t>
            </a:r>
            <a:r>
              <a:rPr lang="en-US" altLang="zh-CN" sz="1300" dirty="0">
                <a:solidFill>
                  <a:srgbClr val="0070C0"/>
                </a:solidFill>
              </a:rPr>
              <a:t>.</a:t>
            </a:r>
          </a:p>
          <a:p>
            <a:pPr lvl="1"/>
            <a:r>
              <a:rPr lang="en-US" altLang="zh-CN" sz="1300" dirty="0">
                <a:solidFill>
                  <a:srgbClr val="0070C0"/>
                </a:solidFill>
              </a:rPr>
              <a:t>conditional jumps of the form</a:t>
            </a:r>
            <a:r>
              <a:rPr lang="en-US" altLang="zh-CN" sz="1300" i="1" dirty="0">
                <a:solidFill>
                  <a:srgbClr val="0070C0"/>
                </a:solidFill>
              </a:rPr>
              <a:t> </a:t>
            </a:r>
            <a:r>
              <a:rPr lang="en-US" altLang="zh-CN" sz="1300" i="1" dirty="0">
                <a:solidFill>
                  <a:srgbClr val="7030A0"/>
                </a:solidFill>
              </a:rPr>
              <a:t>if x </a:t>
            </a:r>
            <a:r>
              <a:rPr lang="en-US" altLang="zh-CN" sz="1300" i="1" dirty="0" err="1">
                <a:solidFill>
                  <a:srgbClr val="7030A0"/>
                </a:solidFill>
              </a:rPr>
              <a:t>goto</a:t>
            </a:r>
            <a:r>
              <a:rPr lang="en-US" altLang="zh-CN" sz="1300" i="1" dirty="0">
                <a:solidFill>
                  <a:srgbClr val="7030A0"/>
                </a:solidFill>
              </a:rPr>
              <a:t> L </a:t>
            </a:r>
            <a:r>
              <a:rPr lang="en-US" altLang="zh-CN" sz="1300" dirty="0">
                <a:solidFill>
                  <a:srgbClr val="0070C0"/>
                </a:solidFill>
              </a:rPr>
              <a:t>and </a:t>
            </a:r>
            <a:r>
              <a:rPr lang="en-US" altLang="zh-CN" sz="1300" i="1" dirty="0">
                <a:solidFill>
                  <a:srgbClr val="7030A0"/>
                </a:solidFill>
              </a:rPr>
              <a:t>if False x </a:t>
            </a:r>
            <a:r>
              <a:rPr lang="en-US" altLang="zh-CN" sz="1300" i="1" dirty="0" err="1">
                <a:solidFill>
                  <a:srgbClr val="7030A0"/>
                </a:solidFill>
              </a:rPr>
              <a:t>goto</a:t>
            </a:r>
            <a:r>
              <a:rPr lang="en-US" altLang="zh-CN" sz="1300" i="1" dirty="0">
                <a:solidFill>
                  <a:srgbClr val="7030A0"/>
                </a:solidFill>
              </a:rPr>
              <a:t> L</a:t>
            </a:r>
            <a:r>
              <a:rPr lang="en-US" altLang="zh-CN" sz="1300" dirty="0">
                <a:solidFill>
                  <a:srgbClr val="0070C0"/>
                </a:solidFill>
              </a:rPr>
              <a:t>.</a:t>
            </a:r>
          </a:p>
          <a:p>
            <a:pPr lvl="1"/>
            <a:r>
              <a:rPr lang="en-US" altLang="zh-CN" sz="1300" dirty="0">
                <a:solidFill>
                  <a:srgbClr val="0070C0"/>
                </a:solidFill>
              </a:rPr>
              <a:t>conditional jumps such as </a:t>
            </a:r>
            <a:r>
              <a:rPr lang="en-US" altLang="zh-CN" sz="1300" i="1" dirty="0">
                <a:solidFill>
                  <a:srgbClr val="7030A0"/>
                </a:solidFill>
              </a:rPr>
              <a:t>if x </a:t>
            </a:r>
            <a:r>
              <a:rPr lang="en-US" altLang="zh-CN" sz="1300" i="1" dirty="0" err="1">
                <a:solidFill>
                  <a:srgbClr val="7030A0"/>
                </a:solidFill>
              </a:rPr>
              <a:t>relop</a:t>
            </a:r>
            <a:r>
              <a:rPr lang="en-US" altLang="zh-CN" sz="1300" i="1" dirty="0">
                <a:solidFill>
                  <a:srgbClr val="7030A0"/>
                </a:solidFill>
              </a:rPr>
              <a:t> y </a:t>
            </a:r>
            <a:r>
              <a:rPr lang="en-US" altLang="zh-CN" sz="1300" i="1" dirty="0" err="1">
                <a:solidFill>
                  <a:srgbClr val="7030A0"/>
                </a:solidFill>
              </a:rPr>
              <a:t>goto</a:t>
            </a:r>
            <a:r>
              <a:rPr lang="en-US" altLang="zh-CN" sz="1300" i="1" dirty="0">
                <a:solidFill>
                  <a:srgbClr val="7030A0"/>
                </a:solidFill>
              </a:rPr>
              <a:t> L</a:t>
            </a:r>
            <a:r>
              <a:rPr lang="en-US" altLang="zh-CN" sz="1300" dirty="0">
                <a:solidFill>
                  <a:srgbClr val="0070C0"/>
                </a:solidFill>
              </a:rPr>
              <a:t>,</a:t>
            </a:r>
          </a:p>
          <a:p>
            <a:pPr lvl="1"/>
            <a:r>
              <a:rPr lang="en-US" altLang="zh-CN" sz="1300" dirty="0">
                <a:solidFill>
                  <a:srgbClr val="0070C0"/>
                </a:solidFill>
              </a:rPr>
              <a:t>procedure calls and returns are implemented using the following instructions:</a:t>
            </a:r>
          </a:p>
          <a:p>
            <a:pPr marL="342900" lvl="1" indent="0">
              <a:buNone/>
            </a:pPr>
            <a:r>
              <a:rPr lang="en-US" altLang="zh-CN" sz="1300" dirty="0">
                <a:solidFill>
                  <a:srgbClr val="7030A0"/>
                </a:solidFill>
              </a:rPr>
              <a:t>    </a:t>
            </a:r>
            <a:r>
              <a:rPr lang="en-US" altLang="zh-CN" sz="1300" i="1" dirty="0" err="1">
                <a:solidFill>
                  <a:srgbClr val="7030A0"/>
                </a:solidFill>
              </a:rPr>
              <a:t>param</a:t>
            </a:r>
            <a:r>
              <a:rPr lang="en-US" altLang="zh-CN" sz="1300" i="1" dirty="0">
                <a:solidFill>
                  <a:srgbClr val="7030A0"/>
                </a:solidFill>
              </a:rPr>
              <a:t> x</a:t>
            </a:r>
            <a:r>
              <a:rPr lang="en-US" altLang="zh-CN" sz="1300" dirty="0">
                <a:solidFill>
                  <a:srgbClr val="7030A0"/>
                </a:solidFill>
              </a:rPr>
              <a:t> </a:t>
            </a:r>
            <a:r>
              <a:rPr lang="en-US" altLang="zh-CN" sz="1300" dirty="0">
                <a:solidFill>
                  <a:srgbClr val="0070C0"/>
                </a:solidFill>
              </a:rPr>
              <a:t>for parameters; </a:t>
            </a:r>
            <a:r>
              <a:rPr lang="en-US" altLang="zh-CN" sz="1300" i="1" dirty="0">
                <a:solidFill>
                  <a:srgbClr val="7030A0"/>
                </a:solidFill>
              </a:rPr>
              <a:t>call p , n </a:t>
            </a:r>
            <a:r>
              <a:rPr lang="en-US" altLang="zh-CN" sz="1300" dirty="0">
                <a:solidFill>
                  <a:srgbClr val="0070C0"/>
                </a:solidFill>
              </a:rPr>
              <a:t>and </a:t>
            </a:r>
            <a:r>
              <a:rPr lang="en-US" altLang="zh-CN" sz="1300" i="1" dirty="0">
                <a:solidFill>
                  <a:srgbClr val="7030A0"/>
                </a:solidFill>
              </a:rPr>
              <a:t>y = call p , n </a:t>
            </a:r>
            <a:r>
              <a:rPr lang="en-US" altLang="zh-CN" sz="1300" dirty="0">
                <a:solidFill>
                  <a:srgbClr val="0070C0"/>
                </a:solidFill>
              </a:rPr>
              <a:t>for procedure and function calls, </a:t>
            </a:r>
          </a:p>
          <a:p>
            <a:pPr marL="342900" lvl="1" indent="0">
              <a:buNone/>
            </a:pPr>
            <a:r>
              <a:rPr lang="en-US" altLang="zh-CN" sz="1300" dirty="0">
                <a:solidFill>
                  <a:srgbClr val="0070C0"/>
                </a:solidFill>
              </a:rPr>
              <a:t>    respectively; and return </a:t>
            </a:r>
            <a:r>
              <a:rPr lang="en-US" altLang="zh-CN" sz="1300" i="1" dirty="0">
                <a:solidFill>
                  <a:srgbClr val="7030A0"/>
                </a:solidFill>
              </a:rPr>
              <a:t>y</a:t>
            </a:r>
            <a:r>
              <a:rPr lang="en-US" altLang="zh-CN" sz="1300" dirty="0">
                <a:solidFill>
                  <a:srgbClr val="0070C0"/>
                </a:solidFill>
              </a:rPr>
              <a:t>, where </a:t>
            </a:r>
            <a:r>
              <a:rPr lang="en-US" altLang="zh-CN" sz="1300" i="1" dirty="0">
                <a:solidFill>
                  <a:srgbClr val="7030A0"/>
                </a:solidFill>
              </a:rPr>
              <a:t>y</a:t>
            </a:r>
            <a:r>
              <a:rPr lang="en-US" altLang="zh-CN" sz="1300" dirty="0">
                <a:solidFill>
                  <a:srgbClr val="0070C0"/>
                </a:solidFill>
              </a:rPr>
              <a:t>, representing a returned value, is optional.</a:t>
            </a:r>
          </a:p>
          <a:p>
            <a:pPr lvl="1"/>
            <a:r>
              <a:rPr lang="en-US" altLang="zh-CN" sz="1300" dirty="0">
                <a:solidFill>
                  <a:srgbClr val="0070C0"/>
                </a:solidFill>
              </a:rPr>
              <a:t>indexed copy instructions of the form </a:t>
            </a:r>
            <a:r>
              <a:rPr lang="en-US" altLang="zh-CN" sz="1300" i="1" dirty="0">
                <a:solidFill>
                  <a:srgbClr val="7030A0"/>
                </a:solidFill>
              </a:rPr>
              <a:t>x = y [</a:t>
            </a:r>
            <a:r>
              <a:rPr lang="en-US" altLang="zh-CN" sz="1300" i="1" dirty="0" err="1">
                <a:solidFill>
                  <a:srgbClr val="7030A0"/>
                </a:solidFill>
              </a:rPr>
              <a:t>i</a:t>
            </a:r>
            <a:r>
              <a:rPr lang="en-US" altLang="zh-CN" sz="1300" i="1" dirty="0">
                <a:solidFill>
                  <a:srgbClr val="7030A0"/>
                </a:solidFill>
              </a:rPr>
              <a:t>] </a:t>
            </a:r>
            <a:r>
              <a:rPr lang="en-US" altLang="zh-CN" sz="1300" dirty="0">
                <a:solidFill>
                  <a:srgbClr val="0070C0"/>
                </a:solidFill>
              </a:rPr>
              <a:t>and </a:t>
            </a:r>
            <a:r>
              <a:rPr lang="en-US" altLang="zh-CN" sz="1300" i="1" dirty="0">
                <a:solidFill>
                  <a:srgbClr val="7030A0"/>
                </a:solidFill>
              </a:rPr>
              <a:t>x [</a:t>
            </a:r>
            <a:r>
              <a:rPr lang="en-US" altLang="zh-CN" sz="1300" i="1" dirty="0" err="1">
                <a:solidFill>
                  <a:srgbClr val="7030A0"/>
                </a:solidFill>
              </a:rPr>
              <a:t>i</a:t>
            </a:r>
            <a:r>
              <a:rPr lang="en-US" altLang="zh-CN" sz="1300" i="1" dirty="0">
                <a:solidFill>
                  <a:srgbClr val="7030A0"/>
                </a:solidFill>
              </a:rPr>
              <a:t>] = y </a:t>
            </a:r>
            <a:r>
              <a:rPr lang="en-US" altLang="zh-CN" sz="1300" dirty="0">
                <a:solidFill>
                  <a:srgbClr val="0070C0"/>
                </a:solidFill>
              </a:rPr>
              <a:t>.</a:t>
            </a:r>
          </a:p>
          <a:p>
            <a:pPr lvl="1"/>
            <a:r>
              <a:rPr lang="en-US" altLang="zh-CN" sz="1300" dirty="0">
                <a:solidFill>
                  <a:srgbClr val="0070C0"/>
                </a:solidFill>
              </a:rPr>
              <a:t>address and pointer assignments of the form </a:t>
            </a:r>
            <a:r>
              <a:rPr lang="en-US" altLang="zh-CN" sz="1300" i="1" dirty="0">
                <a:solidFill>
                  <a:srgbClr val="7030A0"/>
                </a:solidFill>
              </a:rPr>
              <a:t>x = &amp; y </a:t>
            </a:r>
            <a:r>
              <a:rPr lang="en-US" altLang="zh-CN" sz="1300" dirty="0">
                <a:solidFill>
                  <a:srgbClr val="0070C0"/>
                </a:solidFill>
              </a:rPr>
              <a:t>, </a:t>
            </a:r>
            <a:r>
              <a:rPr lang="en-US" altLang="zh-CN" sz="1300" i="1" dirty="0">
                <a:solidFill>
                  <a:srgbClr val="7030A0"/>
                </a:solidFill>
              </a:rPr>
              <a:t>x = * y </a:t>
            </a:r>
            <a:r>
              <a:rPr lang="en-US" altLang="zh-CN" sz="1300" dirty="0">
                <a:solidFill>
                  <a:srgbClr val="0070C0"/>
                </a:solidFill>
              </a:rPr>
              <a:t>, and </a:t>
            </a:r>
            <a:r>
              <a:rPr lang="en-US" altLang="zh-CN" sz="1300" i="1" dirty="0">
                <a:solidFill>
                  <a:srgbClr val="7030A0"/>
                </a:solidFill>
              </a:rPr>
              <a:t>* x = y</a:t>
            </a:r>
            <a:r>
              <a:rPr lang="en-US" altLang="zh-CN" sz="1300" dirty="0">
                <a:solidFill>
                  <a:srgbClr val="0070C0"/>
                </a:solidFill>
              </a:rPr>
              <a:t>.</a:t>
            </a:r>
          </a:p>
          <a:p>
            <a:pPr lvl="1"/>
            <a:endParaRPr lang="zh-CN" altLang="en-US" sz="1300" dirty="0">
              <a:solidFill>
                <a:srgbClr val="7030A0"/>
              </a:solidFill>
            </a:endParaRPr>
          </a:p>
        </p:txBody>
      </p:sp>
      <p:pic>
        <p:nvPicPr>
          <p:cNvPr id="4" name="图片 3"/>
          <p:cNvPicPr>
            <a:picLocks noChangeAspect="1"/>
          </p:cNvPicPr>
          <p:nvPr/>
        </p:nvPicPr>
        <p:blipFill>
          <a:blip r:embed="rId2"/>
          <a:stretch>
            <a:fillRect/>
          </a:stretch>
        </p:blipFill>
        <p:spPr>
          <a:xfrm>
            <a:off x="6645781" y="3400485"/>
            <a:ext cx="838095" cy="971429"/>
          </a:xfrm>
          <a:prstGeom prst="rect">
            <a:avLst/>
          </a:prstGeom>
        </p:spPr>
      </p:pic>
    </p:spTree>
    <p:extLst>
      <p:ext uri="{BB962C8B-B14F-4D97-AF65-F5344CB8AC3E}">
        <p14:creationId xmlns:p14="http://schemas.microsoft.com/office/powerpoint/2010/main" val="97410411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7.2 Three-Address Code – Addresses and Instructions</a:t>
            </a:r>
            <a:endParaRPr lang="zh-CN" altLang="en-US" dirty="0"/>
          </a:p>
        </p:txBody>
      </p:sp>
      <p:sp>
        <p:nvSpPr>
          <p:cNvPr id="3" name="内容占位符 2"/>
          <p:cNvSpPr>
            <a:spLocks noGrp="1"/>
          </p:cNvSpPr>
          <p:nvPr>
            <p:ph idx="1"/>
          </p:nvPr>
        </p:nvSpPr>
        <p:spPr/>
        <p:txBody>
          <a:bodyPr/>
          <a:lstStyle/>
          <a:p>
            <a:r>
              <a:rPr lang="en-US" altLang="zh-CN" dirty="0"/>
              <a:t>E.g.</a:t>
            </a:r>
          </a:p>
          <a:p>
            <a:pPr marL="0" indent="0" algn="ctr">
              <a:buNone/>
            </a:pPr>
            <a:r>
              <a:rPr lang="en-US" altLang="zh-CN" sz="1800" dirty="0"/>
              <a:t>do </a:t>
            </a:r>
            <a:r>
              <a:rPr lang="en-US" altLang="zh-CN" sz="1800" dirty="0" err="1"/>
              <a:t>i</a:t>
            </a:r>
            <a:r>
              <a:rPr lang="en-US" altLang="zh-CN" sz="1800" dirty="0"/>
              <a:t> = </a:t>
            </a:r>
            <a:r>
              <a:rPr lang="en-US" altLang="zh-CN" sz="1800" dirty="0" err="1"/>
              <a:t>i</a:t>
            </a:r>
            <a:r>
              <a:rPr lang="en-US" altLang="zh-CN" sz="1800" dirty="0"/>
              <a:t>+ l ; while ( a [</a:t>
            </a:r>
            <a:r>
              <a:rPr lang="en-US" altLang="zh-CN" sz="1800" dirty="0" err="1"/>
              <a:t>i</a:t>
            </a:r>
            <a:r>
              <a:rPr lang="en-US" altLang="zh-CN" sz="1800" dirty="0"/>
              <a:t>] &lt; v) ;</a:t>
            </a:r>
          </a:p>
          <a:p>
            <a:pPr marL="0" indent="0" algn="ctr">
              <a:buNone/>
            </a:pPr>
            <a:endParaRPr lang="en-US" altLang="zh-CN" sz="1800" dirty="0"/>
          </a:p>
        </p:txBody>
      </p:sp>
      <p:pic>
        <p:nvPicPr>
          <p:cNvPr id="4" name="图片 3"/>
          <p:cNvPicPr>
            <a:picLocks noChangeAspect="1"/>
          </p:cNvPicPr>
          <p:nvPr/>
        </p:nvPicPr>
        <p:blipFill>
          <a:blip r:embed="rId2"/>
          <a:stretch>
            <a:fillRect/>
          </a:stretch>
        </p:blipFill>
        <p:spPr>
          <a:xfrm>
            <a:off x="1433336" y="2585486"/>
            <a:ext cx="6276190" cy="2057143"/>
          </a:xfrm>
          <a:prstGeom prst="rect">
            <a:avLst/>
          </a:prstGeom>
        </p:spPr>
      </p:pic>
    </p:spTree>
    <p:extLst>
      <p:ext uri="{BB962C8B-B14F-4D97-AF65-F5344CB8AC3E}">
        <p14:creationId xmlns:p14="http://schemas.microsoft.com/office/powerpoint/2010/main" val="192050184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7.2 Three-Address Code – Quadruples</a:t>
            </a:r>
            <a:endParaRPr lang="zh-CN" altLang="en-US" dirty="0"/>
          </a:p>
        </p:txBody>
      </p:sp>
      <p:sp>
        <p:nvSpPr>
          <p:cNvPr id="3" name="内容占位符 2"/>
          <p:cNvSpPr>
            <a:spLocks noGrp="1"/>
          </p:cNvSpPr>
          <p:nvPr>
            <p:ph idx="1"/>
          </p:nvPr>
        </p:nvSpPr>
        <p:spPr/>
        <p:txBody>
          <a:bodyPr/>
          <a:lstStyle/>
          <a:p>
            <a:pPr>
              <a:lnSpc>
                <a:spcPct val="100000"/>
              </a:lnSpc>
            </a:pPr>
            <a:r>
              <a:rPr lang="en-US" altLang="zh-CN" dirty="0"/>
              <a:t>The description of three-address instructions specifies the components of each type of instruction, but it does not specify the representation of these instructions in a data structure. Three such representations are called "</a:t>
            </a:r>
            <a:r>
              <a:rPr lang="en-US" altLang="zh-CN" dirty="0">
                <a:solidFill>
                  <a:srgbClr val="FF0000"/>
                </a:solidFill>
              </a:rPr>
              <a:t>quadruples</a:t>
            </a:r>
            <a:r>
              <a:rPr lang="en-US" altLang="zh-CN" dirty="0"/>
              <a:t>," "</a:t>
            </a:r>
            <a:r>
              <a:rPr lang="en-US" altLang="zh-CN" dirty="0">
                <a:solidFill>
                  <a:srgbClr val="FF0000"/>
                </a:solidFill>
              </a:rPr>
              <a:t>triples</a:t>
            </a:r>
            <a:r>
              <a:rPr lang="en-US" altLang="zh-CN" dirty="0"/>
              <a:t>," and "</a:t>
            </a:r>
            <a:r>
              <a:rPr lang="en-US" altLang="zh-CN" dirty="0">
                <a:solidFill>
                  <a:srgbClr val="FF0000"/>
                </a:solidFill>
              </a:rPr>
              <a:t>indirect triples</a:t>
            </a:r>
            <a:r>
              <a:rPr lang="en-US" altLang="zh-CN" dirty="0"/>
              <a:t>.“</a:t>
            </a:r>
          </a:p>
          <a:p>
            <a:pPr>
              <a:lnSpc>
                <a:spcPct val="100000"/>
              </a:lnSpc>
            </a:pPr>
            <a:r>
              <a:rPr lang="en-US" altLang="zh-CN" b="1" dirty="0">
                <a:solidFill>
                  <a:srgbClr val="7030A0"/>
                </a:solidFill>
              </a:rPr>
              <a:t>Quadruples</a:t>
            </a:r>
          </a:p>
          <a:p>
            <a:pPr marL="0" indent="0">
              <a:lnSpc>
                <a:spcPct val="100000"/>
              </a:lnSpc>
              <a:buNone/>
            </a:pPr>
            <a:r>
              <a:rPr lang="en-US" altLang="zh-CN" dirty="0"/>
              <a:t>  A </a:t>
            </a:r>
            <a:r>
              <a:rPr lang="en-US" altLang="zh-CN" i="1" dirty="0"/>
              <a:t>quadruple</a:t>
            </a:r>
            <a:r>
              <a:rPr lang="en-US" altLang="zh-CN" dirty="0"/>
              <a:t> (or </a:t>
            </a:r>
            <a:r>
              <a:rPr lang="en-US" altLang="zh-CN" i="1" dirty="0"/>
              <a:t>quad</a:t>
            </a:r>
            <a:r>
              <a:rPr lang="en-US" altLang="zh-CN" dirty="0"/>
              <a:t> ) has four fields, which we call </a:t>
            </a:r>
            <a:r>
              <a:rPr lang="en-US" altLang="zh-CN" i="1" dirty="0"/>
              <a:t>op</a:t>
            </a:r>
            <a:r>
              <a:rPr lang="en-US" altLang="zh-CN" dirty="0"/>
              <a:t>, </a:t>
            </a:r>
            <a:r>
              <a:rPr lang="en-US" altLang="zh-CN" i="1" dirty="0" err="1"/>
              <a:t>argl</a:t>
            </a:r>
            <a:r>
              <a:rPr lang="en-US" altLang="zh-CN" dirty="0"/>
              <a:t>  </a:t>
            </a:r>
            <a:r>
              <a:rPr lang="en-US" altLang="zh-CN" i="1" dirty="0"/>
              <a:t>arg2</a:t>
            </a:r>
            <a:r>
              <a:rPr lang="en-US" altLang="zh-CN" dirty="0"/>
              <a:t> , and </a:t>
            </a:r>
            <a:r>
              <a:rPr lang="en-US" altLang="zh-CN" i="1" dirty="0"/>
              <a:t>result</a:t>
            </a:r>
            <a:r>
              <a:rPr lang="en-US" altLang="zh-CN" dirty="0"/>
              <a:t>.</a:t>
            </a:r>
            <a:endParaRPr lang="zh-CN" altLang="en-US" dirty="0"/>
          </a:p>
        </p:txBody>
      </p:sp>
      <p:pic>
        <p:nvPicPr>
          <p:cNvPr id="4" name="图片 3"/>
          <p:cNvPicPr>
            <a:picLocks noChangeAspect="1"/>
          </p:cNvPicPr>
          <p:nvPr/>
        </p:nvPicPr>
        <p:blipFill>
          <a:blip r:embed="rId2"/>
          <a:stretch>
            <a:fillRect/>
          </a:stretch>
        </p:blipFill>
        <p:spPr>
          <a:xfrm>
            <a:off x="885256" y="3514725"/>
            <a:ext cx="7372350" cy="1657350"/>
          </a:xfrm>
          <a:prstGeom prst="rect">
            <a:avLst/>
          </a:prstGeom>
        </p:spPr>
      </p:pic>
      <p:pic>
        <p:nvPicPr>
          <p:cNvPr id="5" name="图片 4"/>
          <p:cNvPicPr>
            <a:picLocks noChangeAspect="1"/>
          </p:cNvPicPr>
          <p:nvPr/>
        </p:nvPicPr>
        <p:blipFill>
          <a:blip r:embed="rId3"/>
          <a:stretch>
            <a:fillRect/>
          </a:stretch>
        </p:blipFill>
        <p:spPr>
          <a:xfrm>
            <a:off x="2628590" y="5172075"/>
            <a:ext cx="3767302" cy="1566182"/>
          </a:xfrm>
          <a:prstGeom prst="rect">
            <a:avLst/>
          </a:prstGeom>
        </p:spPr>
      </p:pic>
    </p:spTree>
    <p:extLst>
      <p:ext uri="{BB962C8B-B14F-4D97-AF65-F5344CB8AC3E}">
        <p14:creationId xmlns:p14="http://schemas.microsoft.com/office/powerpoint/2010/main" val="94719095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7.2 Three-Address Code – Triples</a:t>
            </a:r>
            <a:endParaRPr lang="zh-CN" altLang="en-US" dirty="0"/>
          </a:p>
        </p:txBody>
      </p:sp>
      <p:sp>
        <p:nvSpPr>
          <p:cNvPr id="3" name="内容占位符 2"/>
          <p:cNvSpPr>
            <a:spLocks noGrp="1"/>
          </p:cNvSpPr>
          <p:nvPr>
            <p:ph idx="1"/>
          </p:nvPr>
        </p:nvSpPr>
        <p:spPr/>
        <p:txBody>
          <a:bodyPr/>
          <a:lstStyle/>
          <a:p>
            <a:r>
              <a:rPr lang="en-US" altLang="zh-CN" b="1" i="1" dirty="0">
                <a:solidFill>
                  <a:srgbClr val="7030A0"/>
                </a:solidFill>
              </a:rPr>
              <a:t>A triple</a:t>
            </a:r>
            <a:r>
              <a:rPr lang="en-US" altLang="zh-CN" dirty="0">
                <a:solidFill>
                  <a:srgbClr val="7030A0"/>
                </a:solidFill>
              </a:rPr>
              <a:t> </a:t>
            </a:r>
            <a:r>
              <a:rPr lang="en-US" altLang="zh-CN" dirty="0"/>
              <a:t>has only three fields, which we call op, arg1 , and arg2. Using triples, we refer to the result of an operation </a:t>
            </a:r>
            <a:r>
              <a:rPr lang="en-US" altLang="zh-CN" i="1" dirty="0">
                <a:solidFill>
                  <a:srgbClr val="7030A0"/>
                </a:solidFill>
              </a:rPr>
              <a:t>x op y </a:t>
            </a:r>
            <a:r>
              <a:rPr lang="en-US" altLang="zh-CN" dirty="0"/>
              <a:t>by its position, rather than by an explicit temporary name.</a:t>
            </a:r>
          </a:p>
          <a:p>
            <a:r>
              <a:rPr lang="en-US" altLang="zh-CN" dirty="0"/>
              <a:t>A ternary operation like </a:t>
            </a:r>
            <a:r>
              <a:rPr lang="en-US" altLang="zh-CN" i="1" dirty="0">
                <a:solidFill>
                  <a:srgbClr val="7030A0"/>
                </a:solidFill>
              </a:rPr>
              <a:t>x [</a:t>
            </a:r>
            <a:r>
              <a:rPr lang="en-US" altLang="zh-CN" i="1" dirty="0" err="1">
                <a:solidFill>
                  <a:srgbClr val="7030A0"/>
                </a:solidFill>
              </a:rPr>
              <a:t>i</a:t>
            </a:r>
            <a:r>
              <a:rPr lang="en-US" altLang="zh-CN" i="1" dirty="0">
                <a:solidFill>
                  <a:srgbClr val="7030A0"/>
                </a:solidFill>
              </a:rPr>
              <a:t>]= y </a:t>
            </a:r>
            <a:r>
              <a:rPr lang="en-US" altLang="zh-CN" dirty="0"/>
              <a:t>requires two entries in the triple structure; for example, we can put </a:t>
            </a:r>
            <a:r>
              <a:rPr lang="en-US" altLang="zh-CN" i="1" dirty="0">
                <a:solidFill>
                  <a:srgbClr val="7030A0"/>
                </a:solidFill>
              </a:rPr>
              <a:t>x</a:t>
            </a:r>
            <a:r>
              <a:rPr lang="en-US" altLang="zh-CN" dirty="0"/>
              <a:t> and</a:t>
            </a:r>
            <a:r>
              <a:rPr lang="en-US" altLang="zh-CN" i="1" dirty="0">
                <a:solidFill>
                  <a:srgbClr val="7030A0"/>
                </a:solidFill>
              </a:rPr>
              <a:t> </a:t>
            </a:r>
            <a:r>
              <a:rPr lang="en-US" altLang="zh-CN" i="1" dirty="0" err="1">
                <a:solidFill>
                  <a:srgbClr val="7030A0"/>
                </a:solidFill>
              </a:rPr>
              <a:t>i</a:t>
            </a:r>
            <a:r>
              <a:rPr lang="en-US" altLang="zh-CN" i="1" dirty="0">
                <a:solidFill>
                  <a:srgbClr val="7030A0"/>
                </a:solidFill>
              </a:rPr>
              <a:t> </a:t>
            </a:r>
            <a:r>
              <a:rPr lang="en-US" altLang="zh-CN" dirty="0"/>
              <a:t>in one triple and </a:t>
            </a:r>
            <a:r>
              <a:rPr lang="en-US" altLang="zh-CN" i="1" dirty="0">
                <a:solidFill>
                  <a:srgbClr val="7030A0"/>
                </a:solidFill>
              </a:rPr>
              <a:t>y</a:t>
            </a:r>
            <a:r>
              <a:rPr lang="en-US" altLang="zh-CN" dirty="0"/>
              <a:t> in the next. Similarly, </a:t>
            </a:r>
            <a:r>
              <a:rPr lang="en-US" altLang="zh-CN" i="1" dirty="0">
                <a:solidFill>
                  <a:srgbClr val="7030A0"/>
                </a:solidFill>
              </a:rPr>
              <a:t>x = y [</a:t>
            </a:r>
            <a:r>
              <a:rPr lang="en-US" altLang="zh-CN" i="1" dirty="0" err="1">
                <a:solidFill>
                  <a:srgbClr val="7030A0"/>
                </a:solidFill>
              </a:rPr>
              <a:t>i</a:t>
            </a:r>
            <a:r>
              <a:rPr lang="en-US" altLang="zh-CN" i="1" dirty="0">
                <a:solidFill>
                  <a:srgbClr val="7030A0"/>
                </a:solidFill>
              </a:rPr>
              <a:t>] </a:t>
            </a:r>
            <a:r>
              <a:rPr lang="en-US" altLang="zh-CN" dirty="0"/>
              <a:t>can implemented by treating it as if it were the two instructions.</a:t>
            </a:r>
          </a:p>
          <a:p>
            <a:endParaRPr lang="en-US" altLang="zh-CN" dirty="0"/>
          </a:p>
          <a:p>
            <a:endParaRPr lang="en-US" altLang="zh-CN" dirty="0"/>
          </a:p>
        </p:txBody>
      </p:sp>
      <p:pic>
        <p:nvPicPr>
          <p:cNvPr id="4" name="图片 3"/>
          <p:cNvPicPr>
            <a:picLocks noChangeAspect="1"/>
          </p:cNvPicPr>
          <p:nvPr/>
        </p:nvPicPr>
        <p:blipFill>
          <a:blip r:embed="rId2"/>
          <a:stretch>
            <a:fillRect/>
          </a:stretch>
        </p:blipFill>
        <p:spPr>
          <a:xfrm>
            <a:off x="1766571" y="3215562"/>
            <a:ext cx="5828571" cy="3104762"/>
          </a:xfrm>
          <a:prstGeom prst="rect">
            <a:avLst/>
          </a:prstGeom>
        </p:spPr>
      </p:pic>
    </p:spTree>
    <p:extLst>
      <p:ext uri="{BB962C8B-B14F-4D97-AF65-F5344CB8AC3E}">
        <p14:creationId xmlns:p14="http://schemas.microsoft.com/office/powerpoint/2010/main" val="120776609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7.2 Three-Address Code </a:t>
            </a:r>
            <a:r>
              <a:rPr lang="en-US" altLang="zh-CN"/>
              <a:t>– Indirect Triples</a:t>
            </a:r>
            <a:endParaRPr lang="zh-CN" altLang="en-US" dirty="0"/>
          </a:p>
        </p:txBody>
      </p:sp>
      <p:pic>
        <p:nvPicPr>
          <p:cNvPr id="5" name="图片 4"/>
          <p:cNvPicPr>
            <a:picLocks noChangeAspect="1"/>
          </p:cNvPicPr>
          <p:nvPr/>
        </p:nvPicPr>
        <p:blipFill>
          <a:blip r:embed="rId2"/>
          <a:stretch>
            <a:fillRect/>
          </a:stretch>
        </p:blipFill>
        <p:spPr>
          <a:xfrm>
            <a:off x="706136" y="1886208"/>
            <a:ext cx="7904762" cy="4152381"/>
          </a:xfrm>
          <a:prstGeom prst="rect">
            <a:avLst/>
          </a:prstGeom>
        </p:spPr>
      </p:pic>
    </p:spTree>
    <p:extLst>
      <p:ext uri="{BB962C8B-B14F-4D97-AF65-F5344CB8AC3E}">
        <p14:creationId xmlns:p14="http://schemas.microsoft.com/office/powerpoint/2010/main" val="219685713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7.2 Three-Address Code – Triples</a:t>
            </a:r>
            <a:endParaRPr lang="zh-CN" altLang="en-US" dirty="0"/>
          </a:p>
        </p:txBody>
      </p:sp>
      <p:pic>
        <p:nvPicPr>
          <p:cNvPr id="5" name="内容占位符 4"/>
          <p:cNvPicPr>
            <a:picLocks noGrp="1" noChangeAspect="1"/>
          </p:cNvPicPr>
          <p:nvPr>
            <p:ph idx="1"/>
          </p:nvPr>
        </p:nvPicPr>
        <p:blipFill>
          <a:blip r:embed="rId2"/>
          <a:stretch>
            <a:fillRect/>
          </a:stretch>
        </p:blipFill>
        <p:spPr>
          <a:xfrm>
            <a:off x="3606905" y="2274590"/>
            <a:ext cx="5304762" cy="2361905"/>
          </a:xfrm>
          <a:prstGeom prst="rect">
            <a:avLst/>
          </a:prstGeom>
        </p:spPr>
      </p:pic>
      <p:pic>
        <p:nvPicPr>
          <p:cNvPr id="4" name="图片 3"/>
          <p:cNvPicPr>
            <a:picLocks noChangeAspect="1"/>
          </p:cNvPicPr>
          <p:nvPr/>
        </p:nvPicPr>
        <p:blipFill>
          <a:blip r:embed="rId3"/>
          <a:stretch>
            <a:fillRect/>
          </a:stretch>
        </p:blipFill>
        <p:spPr>
          <a:xfrm>
            <a:off x="456695" y="2274590"/>
            <a:ext cx="2809524" cy="2504762"/>
          </a:xfrm>
          <a:prstGeom prst="rect">
            <a:avLst/>
          </a:prstGeom>
        </p:spPr>
      </p:pic>
      <p:sp>
        <p:nvSpPr>
          <p:cNvPr id="6" name="右箭头 5"/>
          <p:cNvSpPr/>
          <p:nvPr/>
        </p:nvSpPr>
        <p:spPr>
          <a:xfrm>
            <a:off x="3410962" y="3186456"/>
            <a:ext cx="391886" cy="538171"/>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7" name="图片 6"/>
          <p:cNvPicPr>
            <a:picLocks noChangeAspect="1"/>
          </p:cNvPicPr>
          <p:nvPr/>
        </p:nvPicPr>
        <p:blipFill>
          <a:blip r:embed="rId4"/>
          <a:stretch>
            <a:fillRect/>
          </a:stretch>
        </p:blipFill>
        <p:spPr>
          <a:xfrm>
            <a:off x="2304764" y="1622665"/>
            <a:ext cx="4533333" cy="371429"/>
          </a:xfrm>
          <a:prstGeom prst="rect">
            <a:avLst/>
          </a:prstGeom>
        </p:spPr>
      </p:pic>
    </p:spTree>
    <p:extLst>
      <p:ext uri="{BB962C8B-B14F-4D97-AF65-F5344CB8AC3E}">
        <p14:creationId xmlns:p14="http://schemas.microsoft.com/office/powerpoint/2010/main" val="53900152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89043DA-C433-4806-8842-F0F437874D07}"/>
              </a:ext>
            </a:extLst>
          </p:cNvPr>
          <p:cNvSpPr>
            <a:spLocks noGrp="1"/>
          </p:cNvSpPr>
          <p:nvPr>
            <p:ph type="title"/>
          </p:nvPr>
        </p:nvSpPr>
        <p:spPr/>
        <p:txBody>
          <a:bodyPr/>
          <a:lstStyle/>
          <a:p>
            <a:r>
              <a:rPr lang="en-US" altLang="zh-CN" dirty="0"/>
              <a:t>Three-Address Code – SSA</a:t>
            </a:r>
            <a:endParaRPr lang="zh-CN" altLang="en-US" dirty="0"/>
          </a:p>
        </p:txBody>
      </p:sp>
      <p:sp>
        <p:nvSpPr>
          <p:cNvPr id="3" name="内容占位符 2">
            <a:extLst>
              <a:ext uri="{FF2B5EF4-FFF2-40B4-BE49-F238E27FC236}">
                <a16:creationId xmlns:a16="http://schemas.microsoft.com/office/drawing/2014/main" id="{70111D9A-0511-46E2-94FE-B85D79F57DEF}"/>
              </a:ext>
            </a:extLst>
          </p:cNvPr>
          <p:cNvSpPr>
            <a:spLocks noGrp="1"/>
          </p:cNvSpPr>
          <p:nvPr>
            <p:ph idx="1"/>
          </p:nvPr>
        </p:nvSpPr>
        <p:spPr/>
        <p:txBody>
          <a:bodyPr/>
          <a:lstStyle/>
          <a:p>
            <a:endParaRPr lang="zh-CN" altLang="en-US"/>
          </a:p>
        </p:txBody>
      </p:sp>
      <p:pic>
        <p:nvPicPr>
          <p:cNvPr id="4" name="图片 3">
            <a:extLst>
              <a:ext uri="{FF2B5EF4-FFF2-40B4-BE49-F238E27FC236}">
                <a16:creationId xmlns:a16="http://schemas.microsoft.com/office/drawing/2014/main" id="{6DDDF4C4-E783-4467-B48E-385CAA4F325E}"/>
              </a:ext>
            </a:extLst>
          </p:cNvPr>
          <p:cNvPicPr>
            <a:picLocks noChangeAspect="1"/>
          </p:cNvPicPr>
          <p:nvPr/>
        </p:nvPicPr>
        <p:blipFill>
          <a:blip r:embed="rId2"/>
          <a:stretch>
            <a:fillRect/>
          </a:stretch>
        </p:blipFill>
        <p:spPr>
          <a:xfrm>
            <a:off x="828675" y="1352939"/>
            <a:ext cx="7662182" cy="5478686"/>
          </a:xfrm>
          <a:prstGeom prst="rect">
            <a:avLst/>
          </a:prstGeom>
        </p:spPr>
      </p:pic>
    </p:spTree>
    <p:extLst>
      <p:ext uri="{BB962C8B-B14F-4D97-AF65-F5344CB8AC3E}">
        <p14:creationId xmlns:p14="http://schemas.microsoft.com/office/powerpoint/2010/main" val="43380528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7.3 Types and Declarations</a:t>
            </a:r>
            <a:endParaRPr lang="zh-CN" altLang="en-US" dirty="0"/>
          </a:p>
        </p:txBody>
      </p:sp>
      <p:pic>
        <p:nvPicPr>
          <p:cNvPr id="4" name="图片 3"/>
          <p:cNvPicPr>
            <a:picLocks noChangeAspect="1"/>
          </p:cNvPicPr>
          <p:nvPr/>
        </p:nvPicPr>
        <p:blipFill>
          <a:blip r:embed="rId2"/>
          <a:stretch>
            <a:fillRect/>
          </a:stretch>
        </p:blipFill>
        <p:spPr>
          <a:xfrm>
            <a:off x="661907" y="1789542"/>
            <a:ext cx="7819048" cy="3257143"/>
          </a:xfrm>
          <a:prstGeom prst="rect">
            <a:avLst/>
          </a:prstGeom>
        </p:spPr>
      </p:pic>
      <p:cxnSp>
        <p:nvCxnSpPr>
          <p:cNvPr id="6" name="直接连接符 5"/>
          <p:cNvCxnSpPr/>
          <p:nvPr/>
        </p:nvCxnSpPr>
        <p:spPr>
          <a:xfrm>
            <a:off x="1404258" y="2645229"/>
            <a:ext cx="1317171" cy="10886"/>
          </a:xfrm>
          <a:prstGeom prst="line">
            <a:avLst/>
          </a:prstGeom>
          <a:ln/>
        </p:spPr>
        <p:style>
          <a:lnRef idx="2">
            <a:schemeClr val="accent5"/>
          </a:lnRef>
          <a:fillRef idx="0">
            <a:schemeClr val="accent5"/>
          </a:fillRef>
          <a:effectRef idx="1">
            <a:schemeClr val="accent5"/>
          </a:effectRef>
          <a:fontRef idx="minor">
            <a:schemeClr val="tx1"/>
          </a:fontRef>
        </p:style>
      </p:cxnSp>
      <p:cxnSp>
        <p:nvCxnSpPr>
          <p:cNvPr id="7" name="直接连接符 6"/>
          <p:cNvCxnSpPr/>
          <p:nvPr/>
        </p:nvCxnSpPr>
        <p:spPr>
          <a:xfrm flipV="1">
            <a:off x="1377044" y="3845957"/>
            <a:ext cx="2400299" cy="21772"/>
          </a:xfrm>
          <a:prstGeom prst="line">
            <a:avLst/>
          </a:prstGeom>
          <a:ln/>
        </p:spPr>
        <p:style>
          <a:lnRef idx="2">
            <a:schemeClr val="accent5"/>
          </a:lnRef>
          <a:fillRef idx="0">
            <a:schemeClr val="accent5"/>
          </a:fillRef>
          <a:effectRef idx="1">
            <a:schemeClr val="accent5"/>
          </a:effectRef>
          <a:fontRef idx="minor">
            <a:schemeClr val="tx1"/>
          </a:fontRef>
        </p:style>
      </p:cxnSp>
    </p:spTree>
    <p:extLst>
      <p:ext uri="{BB962C8B-B14F-4D97-AF65-F5344CB8AC3E}">
        <p14:creationId xmlns:p14="http://schemas.microsoft.com/office/powerpoint/2010/main" val="405913224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7.3 Types and Declarations-Type Expressions</a:t>
            </a:r>
            <a:endParaRPr lang="zh-CN" altLang="en-US" dirty="0"/>
          </a:p>
        </p:txBody>
      </p:sp>
      <p:sp>
        <p:nvSpPr>
          <p:cNvPr id="3" name="内容占位符 2"/>
          <p:cNvSpPr>
            <a:spLocks noGrp="1"/>
          </p:cNvSpPr>
          <p:nvPr>
            <p:ph idx="1"/>
          </p:nvPr>
        </p:nvSpPr>
        <p:spPr>
          <a:xfrm>
            <a:off x="828675" y="1600200"/>
            <a:ext cx="7486650" cy="631371"/>
          </a:xfrm>
        </p:spPr>
        <p:txBody>
          <a:bodyPr/>
          <a:lstStyle/>
          <a:p>
            <a:r>
              <a:rPr lang="en-US" altLang="zh-CN" b="1" dirty="0">
                <a:solidFill>
                  <a:srgbClr val="7030A0"/>
                </a:solidFill>
              </a:rPr>
              <a:t>type expressions</a:t>
            </a:r>
            <a:r>
              <a:rPr lang="en-US" altLang="zh-CN" dirty="0"/>
              <a:t>: a type expression is either a basic type or is formed by applying an operator called a type constructor to a type expression.</a:t>
            </a:r>
            <a:endParaRPr lang="zh-CN" altLang="en-US" dirty="0"/>
          </a:p>
        </p:txBody>
      </p:sp>
      <p:pic>
        <p:nvPicPr>
          <p:cNvPr id="4" name="图片 3"/>
          <p:cNvPicPr>
            <a:picLocks noChangeAspect="1"/>
          </p:cNvPicPr>
          <p:nvPr/>
        </p:nvPicPr>
        <p:blipFill>
          <a:blip r:embed="rId2"/>
          <a:stretch>
            <a:fillRect/>
          </a:stretch>
        </p:blipFill>
        <p:spPr>
          <a:xfrm>
            <a:off x="1089932" y="2231571"/>
            <a:ext cx="6392527" cy="3002191"/>
          </a:xfrm>
          <a:prstGeom prst="rect">
            <a:avLst/>
          </a:prstGeom>
        </p:spPr>
      </p:pic>
    </p:spTree>
    <p:extLst>
      <p:ext uri="{BB962C8B-B14F-4D97-AF65-F5344CB8AC3E}">
        <p14:creationId xmlns:p14="http://schemas.microsoft.com/office/powerpoint/2010/main" val="181693122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7.3 Types and Declarations-Type Expressions</a:t>
            </a:r>
            <a:endParaRPr lang="zh-CN" altLang="en-US" dirty="0"/>
          </a:p>
        </p:txBody>
      </p:sp>
      <p:sp>
        <p:nvSpPr>
          <p:cNvPr id="3" name="内容占位符 2"/>
          <p:cNvSpPr>
            <a:spLocks noGrp="1"/>
          </p:cNvSpPr>
          <p:nvPr>
            <p:ph idx="1"/>
          </p:nvPr>
        </p:nvSpPr>
        <p:spPr/>
        <p:txBody>
          <a:bodyPr/>
          <a:lstStyle/>
          <a:p>
            <a:pPr>
              <a:lnSpc>
                <a:spcPct val="100000"/>
              </a:lnSpc>
            </a:pPr>
            <a:r>
              <a:rPr lang="en-US" altLang="zh-CN" dirty="0"/>
              <a:t>A basic type is a type expression. Typical basic types for a language include </a:t>
            </a:r>
            <a:r>
              <a:rPr lang="en-US" altLang="zh-CN" i="1" dirty="0" err="1"/>
              <a:t>boolean</a:t>
            </a:r>
            <a:r>
              <a:rPr lang="en-US" altLang="zh-CN" dirty="0"/>
              <a:t>, </a:t>
            </a:r>
            <a:r>
              <a:rPr lang="en-US" altLang="zh-CN" i="1" dirty="0"/>
              <a:t>char</a:t>
            </a:r>
            <a:r>
              <a:rPr lang="en-US" altLang="zh-CN" dirty="0"/>
              <a:t>, </a:t>
            </a:r>
            <a:r>
              <a:rPr lang="en-US" altLang="zh-CN" i="1" dirty="0"/>
              <a:t>integer</a:t>
            </a:r>
            <a:r>
              <a:rPr lang="en-US" altLang="zh-CN" dirty="0"/>
              <a:t>, </a:t>
            </a:r>
            <a:r>
              <a:rPr lang="en-US" altLang="zh-CN" i="1" dirty="0"/>
              <a:t>float</a:t>
            </a:r>
            <a:r>
              <a:rPr lang="en-US" altLang="zh-CN" dirty="0"/>
              <a:t>, and </a:t>
            </a:r>
            <a:r>
              <a:rPr lang="en-US" altLang="zh-CN" i="1" dirty="0"/>
              <a:t>void</a:t>
            </a:r>
            <a:r>
              <a:rPr lang="en-US" altLang="zh-CN" dirty="0"/>
              <a:t>;</a:t>
            </a:r>
          </a:p>
          <a:p>
            <a:pPr>
              <a:lnSpc>
                <a:spcPct val="100000"/>
              </a:lnSpc>
            </a:pPr>
            <a:r>
              <a:rPr lang="en-US" altLang="zh-CN" dirty="0"/>
              <a:t>A type name is a type expression;</a:t>
            </a:r>
          </a:p>
          <a:p>
            <a:pPr>
              <a:lnSpc>
                <a:spcPct val="100000"/>
              </a:lnSpc>
            </a:pPr>
            <a:r>
              <a:rPr lang="en-US" altLang="zh-CN" dirty="0"/>
              <a:t>A type expression can be formed by applying the array type constructor to a number and a type expression;</a:t>
            </a:r>
          </a:p>
          <a:p>
            <a:pPr>
              <a:lnSpc>
                <a:spcPct val="100000"/>
              </a:lnSpc>
            </a:pPr>
            <a:r>
              <a:rPr lang="en-US" altLang="zh-CN" dirty="0"/>
              <a:t>A type expression can be formed by applying the record type constructor to the field names and their types;</a:t>
            </a:r>
          </a:p>
          <a:p>
            <a:pPr>
              <a:lnSpc>
                <a:spcPct val="100000"/>
              </a:lnSpc>
            </a:pPr>
            <a:r>
              <a:rPr lang="en-US" altLang="zh-CN" dirty="0"/>
              <a:t>A type expression can be formed by using the type constructor “-&gt;”for function types. We write s -&gt;t for "function from type s to type t.“</a:t>
            </a:r>
          </a:p>
          <a:p>
            <a:pPr>
              <a:lnSpc>
                <a:spcPct val="100000"/>
              </a:lnSpc>
            </a:pPr>
            <a:r>
              <a:rPr lang="en-US" altLang="zh-CN" dirty="0"/>
              <a:t>If </a:t>
            </a:r>
            <a:r>
              <a:rPr lang="en-US" altLang="zh-CN" i="1" dirty="0"/>
              <a:t>s</a:t>
            </a:r>
            <a:r>
              <a:rPr lang="en-US" altLang="zh-CN" dirty="0"/>
              <a:t> and </a:t>
            </a:r>
            <a:r>
              <a:rPr lang="en-US" altLang="zh-CN" i="1" dirty="0"/>
              <a:t>t</a:t>
            </a:r>
            <a:r>
              <a:rPr lang="en-US" altLang="zh-CN" dirty="0"/>
              <a:t> are type expressions, then their Cartesian product </a:t>
            </a:r>
            <a:r>
              <a:rPr lang="en-US" altLang="zh-CN" i="1" dirty="0"/>
              <a:t>s x t </a:t>
            </a:r>
            <a:r>
              <a:rPr lang="en-US" altLang="zh-CN" dirty="0"/>
              <a:t>is a type expression. Products are introduced for completeness; they can be used to represent a list or tuple of types (e.g. , for function parameters ) .</a:t>
            </a:r>
          </a:p>
          <a:p>
            <a:pPr>
              <a:lnSpc>
                <a:spcPct val="100000"/>
              </a:lnSpc>
            </a:pPr>
            <a:r>
              <a:rPr lang="en-US" altLang="zh-CN" dirty="0"/>
              <a:t>Type expressions may contain variables whose values are type expressions.</a:t>
            </a:r>
          </a:p>
        </p:txBody>
      </p:sp>
    </p:spTree>
    <p:extLst>
      <p:ext uri="{BB962C8B-B14F-4D97-AF65-F5344CB8AC3E}">
        <p14:creationId xmlns:p14="http://schemas.microsoft.com/office/powerpoint/2010/main" val="273046285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7.3 Types and Declarations-Type Equivalence</a:t>
            </a:r>
            <a:endParaRPr lang="zh-CN" altLang="en-US" dirty="0"/>
          </a:p>
        </p:txBody>
      </p:sp>
      <p:sp>
        <p:nvSpPr>
          <p:cNvPr id="3" name="内容占位符 2"/>
          <p:cNvSpPr>
            <a:spLocks noGrp="1"/>
          </p:cNvSpPr>
          <p:nvPr>
            <p:ph idx="1"/>
          </p:nvPr>
        </p:nvSpPr>
        <p:spPr/>
        <p:txBody>
          <a:bodyPr/>
          <a:lstStyle/>
          <a:p>
            <a:r>
              <a:rPr lang="en-US" altLang="zh-CN" dirty="0"/>
              <a:t>Many type-checking rules have the form, "if two type expressions are equal then return a certain type else error.“</a:t>
            </a:r>
          </a:p>
          <a:p>
            <a:r>
              <a:rPr lang="en-US" altLang="zh-CN" dirty="0"/>
              <a:t>The key issue is whether a name in a type expression stands for itself or whether it is an abbreviation for another type expression.</a:t>
            </a:r>
          </a:p>
          <a:p>
            <a:pPr marL="0" indent="0">
              <a:buNone/>
            </a:pPr>
            <a:endParaRPr lang="en-US" altLang="zh-CN" dirty="0"/>
          </a:p>
        </p:txBody>
      </p:sp>
      <p:pic>
        <p:nvPicPr>
          <p:cNvPr id="4" name="图片 3"/>
          <p:cNvPicPr>
            <a:picLocks noChangeAspect="1"/>
          </p:cNvPicPr>
          <p:nvPr/>
        </p:nvPicPr>
        <p:blipFill>
          <a:blip r:embed="rId2"/>
          <a:stretch>
            <a:fillRect/>
          </a:stretch>
        </p:blipFill>
        <p:spPr>
          <a:xfrm>
            <a:off x="747621" y="2916876"/>
            <a:ext cx="7647619" cy="2961905"/>
          </a:xfrm>
          <a:prstGeom prst="rect">
            <a:avLst/>
          </a:prstGeom>
        </p:spPr>
      </p:pic>
      <p:cxnSp>
        <p:nvCxnSpPr>
          <p:cNvPr id="6" name="直接连接符 5"/>
          <p:cNvCxnSpPr/>
          <p:nvPr/>
        </p:nvCxnSpPr>
        <p:spPr>
          <a:xfrm>
            <a:off x="4354286" y="5878781"/>
            <a:ext cx="1545771" cy="0"/>
          </a:xfrm>
          <a:prstGeom prst="line">
            <a:avLst/>
          </a:prstGeom>
          <a:ln/>
        </p:spPr>
        <p:style>
          <a:lnRef idx="3">
            <a:schemeClr val="accent2"/>
          </a:lnRef>
          <a:fillRef idx="0">
            <a:schemeClr val="accent2"/>
          </a:fillRef>
          <a:effectRef idx="2">
            <a:schemeClr val="accent2"/>
          </a:effectRef>
          <a:fontRef idx="minor">
            <a:schemeClr val="tx1"/>
          </a:fontRef>
        </p:style>
      </p:cxnSp>
    </p:spTree>
    <p:extLst>
      <p:ext uri="{BB962C8B-B14F-4D97-AF65-F5344CB8AC3E}">
        <p14:creationId xmlns:p14="http://schemas.microsoft.com/office/powerpoint/2010/main" val="95313662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4130474-E806-4E29-9F1A-3B3CE7237640}"/>
              </a:ext>
            </a:extLst>
          </p:cNvPr>
          <p:cNvSpPr>
            <a:spLocks noGrp="1"/>
          </p:cNvSpPr>
          <p:nvPr>
            <p:ph type="title"/>
          </p:nvPr>
        </p:nvSpPr>
        <p:spPr/>
        <p:txBody>
          <a:bodyPr/>
          <a:lstStyle/>
          <a:p>
            <a:r>
              <a:rPr lang="en-US" altLang="zh-CN" dirty="0"/>
              <a:t>7.3 Types and Declarations-Examples</a:t>
            </a:r>
            <a:endParaRPr lang="zh-CN" altLang="en-US" dirty="0"/>
          </a:p>
        </p:txBody>
      </p:sp>
      <p:sp>
        <p:nvSpPr>
          <p:cNvPr id="3" name="内容占位符 2">
            <a:extLst>
              <a:ext uri="{FF2B5EF4-FFF2-40B4-BE49-F238E27FC236}">
                <a16:creationId xmlns:a16="http://schemas.microsoft.com/office/drawing/2014/main" id="{84315867-9A72-40F3-94C8-00265BA62D7D}"/>
              </a:ext>
            </a:extLst>
          </p:cNvPr>
          <p:cNvSpPr>
            <a:spLocks noGrp="1"/>
          </p:cNvSpPr>
          <p:nvPr>
            <p:ph idx="1"/>
          </p:nvPr>
        </p:nvSpPr>
        <p:spPr>
          <a:xfrm>
            <a:off x="828675" y="1600200"/>
            <a:ext cx="7486650" cy="937727"/>
          </a:xfrm>
        </p:spPr>
        <p:txBody>
          <a:bodyPr>
            <a:normAutofit/>
          </a:bodyPr>
          <a:lstStyle/>
          <a:p>
            <a:pPr>
              <a:spcBef>
                <a:spcPts val="0"/>
              </a:spcBef>
            </a:pPr>
            <a:r>
              <a:rPr lang="en-US" altLang="zh-CN" dirty="0"/>
              <a:t>Type row = record </a:t>
            </a:r>
          </a:p>
          <a:p>
            <a:pPr>
              <a:spcBef>
                <a:spcPts val="0"/>
              </a:spcBef>
            </a:pPr>
            <a:r>
              <a:rPr lang="en-US" altLang="zh-CN" dirty="0"/>
              <a:t>                           address: integer;</a:t>
            </a:r>
          </a:p>
          <a:p>
            <a:pPr>
              <a:spcBef>
                <a:spcPts val="0"/>
              </a:spcBef>
            </a:pPr>
            <a:r>
              <a:rPr lang="en-US" altLang="zh-CN" dirty="0"/>
              <a:t>                           lexeme: array [1..15] of char</a:t>
            </a:r>
          </a:p>
          <a:p>
            <a:pPr>
              <a:spcBef>
                <a:spcPts val="0"/>
              </a:spcBef>
            </a:pPr>
            <a:r>
              <a:rPr lang="en-US" altLang="zh-CN" dirty="0"/>
              <a:t>                   end</a:t>
            </a:r>
            <a:endParaRPr lang="zh-CN" altLang="en-US" dirty="0"/>
          </a:p>
        </p:txBody>
      </p:sp>
      <p:graphicFrame>
        <p:nvGraphicFramePr>
          <p:cNvPr id="4" name="对象 3">
            <a:extLst>
              <a:ext uri="{FF2B5EF4-FFF2-40B4-BE49-F238E27FC236}">
                <a16:creationId xmlns:a16="http://schemas.microsoft.com/office/drawing/2014/main" id="{7987FEC7-4559-45BE-82AE-DDE9C5FAD8C7}"/>
              </a:ext>
            </a:extLst>
          </p:cNvPr>
          <p:cNvGraphicFramePr>
            <a:graphicFrameLocks noChangeAspect="1"/>
          </p:cNvGraphicFramePr>
          <p:nvPr>
            <p:extLst>
              <p:ext uri="{D42A27DB-BD31-4B8C-83A1-F6EECF244321}">
                <p14:modId xmlns:p14="http://schemas.microsoft.com/office/powerpoint/2010/main" val="2912349729"/>
              </p:ext>
            </p:extLst>
          </p:nvPr>
        </p:nvGraphicFramePr>
        <p:xfrm>
          <a:off x="915534" y="2667584"/>
          <a:ext cx="6005512" cy="406400"/>
        </p:xfrm>
        <a:graphic>
          <a:graphicData uri="http://schemas.openxmlformats.org/presentationml/2006/ole">
            <mc:AlternateContent xmlns:mc="http://schemas.openxmlformats.org/markup-compatibility/2006">
              <mc:Choice xmlns:v="urn:schemas-microsoft-com:vml" Requires="v">
                <p:oleObj spid="_x0000_s2062" name="Equation" r:id="rId3" imgW="2806560" imgH="190440" progId="Equation.DSMT4">
                  <p:embed/>
                </p:oleObj>
              </mc:Choice>
              <mc:Fallback>
                <p:oleObj name="Equation" r:id="rId3" imgW="2806560" imgH="190440" progId="Equation.DSMT4">
                  <p:embed/>
                  <p:pic>
                    <p:nvPicPr>
                      <p:cNvPr id="0" name=""/>
                      <p:cNvPicPr/>
                      <p:nvPr/>
                    </p:nvPicPr>
                    <p:blipFill>
                      <a:blip r:embed="rId4"/>
                      <a:stretch>
                        <a:fillRect/>
                      </a:stretch>
                    </p:blipFill>
                    <p:spPr>
                      <a:xfrm>
                        <a:off x="915534" y="2667584"/>
                        <a:ext cx="6005512" cy="406400"/>
                      </a:xfrm>
                      <a:prstGeom prst="rect">
                        <a:avLst/>
                      </a:prstGeom>
                    </p:spPr>
                  </p:pic>
                </p:oleObj>
              </mc:Fallback>
            </mc:AlternateContent>
          </a:graphicData>
        </a:graphic>
      </p:graphicFrame>
      <p:sp>
        <p:nvSpPr>
          <p:cNvPr id="5" name="内容占位符 2">
            <a:extLst>
              <a:ext uri="{FF2B5EF4-FFF2-40B4-BE49-F238E27FC236}">
                <a16:creationId xmlns:a16="http://schemas.microsoft.com/office/drawing/2014/main" id="{AFAF7481-80E2-49A5-BEF1-F3306D709628}"/>
              </a:ext>
            </a:extLst>
          </p:cNvPr>
          <p:cNvSpPr txBox="1">
            <a:spLocks/>
          </p:cNvSpPr>
          <p:nvPr/>
        </p:nvSpPr>
        <p:spPr>
          <a:xfrm>
            <a:off x="827537" y="3258194"/>
            <a:ext cx="7486650" cy="406401"/>
          </a:xfrm>
          <a:prstGeom prst="rect">
            <a:avLst/>
          </a:prstGeom>
        </p:spPr>
        <p:txBody>
          <a:bodyPr vert="horz" lIns="0" tIns="45720" rIns="0" bIns="45720" rtlCol="0">
            <a:normAutofit/>
          </a:bodyPr>
          <a:lstStyle>
            <a:lvl1pPr marL="171450" indent="-171450" algn="l" defTabSz="685800" rtl="0" eaLnBrk="1" latinLnBrk="0" hangingPunct="1">
              <a:lnSpc>
                <a:spcPct val="90000"/>
              </a:lnSpc>
              <a:spcBef>
                <a:spcPts val="1350"/>
              </a:spcBef>
              <a:buFont typeface="Wingdings" panose="05000000000000000000" pitchFamily="2" charset="2"/>
              <a:buChar char="§"/>
              <a:defRPr sz="1500" kern="1200">
                <a:solidFill>
                  <a:schemeClr val="tx1"/>
                </a:solidFill>
                <a:latin typeface="微软雅黑" panose="020B0503020204020204" pitchFamily="34" charset="-122"/>
                <a:ea typeface="微软雅黑" panose="020B0503020204020204" pitchFamily="34" charset="-122"/>
                <a:cs typeface="+mn-cs"/>
              </a:defRPr>
            </a:lvl1pPr>
            <a:lvl2pPr marL="514350" indent="-171450" algn="l" defTabSz="685800" rtl="0" eaLnBrk="1" latinLnBrk="0" hangingPunct="1">
              <a:lnSpc>
                <a:spcPct val="90000"/>
              </a:lnSpc>
              <a:spcBef>
                <a:spcPts val="450"/>
              </a:spcBef>
              <a:buFont typeface="Wingdings" panose="05000000000000000000" pitchFamily="2" charset="2"/>
              <a:buChar char="§"/>
              <a:defRPr sz="1200" kern="1200">
                <a:solidFill>
                  <a:schemeClr val="tx1"/>
                </a:solidFill>
                <a:latin typeface="微软雅黑" panose="020B0503020204020204" pitchFamily="34" charset="-122"/>
                <a:ea typeface="微软雅黑" panose="020B0503020204020204" pitchFamily="34" charset="-122"/>
                <a:cs typeface="+mn-cs"/>
              </a:defRPr>
            </a:lvl2pPr>
            <a:lvl3pPr marL="857250" indent="-171450" algn="l" defTabSz="685800" rtl="0" eaLnBrk="1" latinLnBrk="0" hangingPunct="1">
              <a:lnSpc>
                <a:spcPct val="90000"/>
              </a:lnSpc>
              <a:spcBef>
                <a:spcPts val="450"/>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3pPr>
            <a:lvl4pPr marL="1200150" indent="-171450" algn="l" defTabSz="685800" rtl="0" eaLnBrk="1" latinLnBrk="0" hangingPunct="1">
              <a:lnSpc>
                <a:spcPct val="90000"/>
              </a:lnSpc>
              <a:spcBef>
                <a:spcPts val="450"/>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4pPr>
            <a:lvl5pPr marL="1543050" indent="-171450" algn="l" defTabSz="685800" rtl="0" eaLnBrk="1" latinLnBrk="0" hangingPunct="1">
              <a:lnSpc>
                <a:spcPct val="90000"/>
              </a:lnSpc>
              <a:spcBef>
                <a:spcPts val="450"/>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5pPr>
            <a:lvl6pPr marL="1885950" indent="-171450" algn="l" defTabSz="685800" rtl="0" eaLnBrk="1" latinLnBrk="0" hangingPunct="1">
              <a:lnSpc>
                <a:spcPct val="90000"/>
              </a:lnSpc>
              <a:spcBef>
                <a:spcPts val="375"/>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6pPr>
            <a:lvl7pPr marL="2228850" indent="-171450" algn="l" defTabSz="685800" rtl="0" eaLnBrk="1" latinLnBrk="0" hangingPunct="1">
              <a:lnSpc>
                <a:spcPct val="90000"/>
              </a:lnSpc>
              <a:spcBef>
                <a:spcPts val="375"/>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7pPr>
            <a:lvl8pPr marL="2571750" indent="-171450" algn="l" defTabSz="685800" rtl="0" eaLnBrk="1" latinLnBrk="0" hangingPunct="1">
              <a:lnSpc>
                <a:spcPct val="90000"/>
              </a:lnSpc>
              <a:spcBef>
                <a:spcPts val="375"/>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8pPr>
            <a:lvl9pPr marL="2914650" indent="-171450" algn="l" defTabSz="685800" rtl="0" eaLnBrk="1" latinLnBrk="0" hangingPunct="1">
              <a:lnSpc>
                <a:spcPct val="90000"/>
              </a:lnSpc>
              <a:spcBef>
                <a:spcPts val="375"/>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9pPr>
          </a:lstStyle>
          <a:p>
            <a:pPr>
              <a:spcBef>
                <a:spcPts val="0"/>
              </a:spcBef>
            </a:pPr>
            <a:r>
              <a:rPr lang="en-US" altLang="zh-CN" dirty="0"/>
              <a:t>Int * </a:t>
            </a:r>
            <a:r>
              <a:rPr lang="en-US" altLang="zh-CN" dirty="0" err="1"/>
              <a:t>func</a:t>
            </a:r>
            <a:r>
              <a:rPr lang="en-US" altLang="zh-CN" dirty="0"/>
              <a:t> (char a, char b, char c)</a:t>
            </a:r>
            <a:endParaRPr lang="zh-CN" altLang="en-US" dirty="0"/>
          </a:p>
        </p:txBody>
      </p:sp>
      <p:graphicFrame>
        <p:nvGraphicFramePr>
          <p:cNvPr id="6" name="对象 5">
            <a:extLst>
              <a:ext uri="{FF2B5EF4-FFF2-40B4-BE49-F238E27FC236}">
                <a16:creationId xmlns:a16="http://schemas.microsoft.com/office/drawing/2014/main" id="{331D52B4-AADF-465F-BD6D-9867383E70DB}"/>
              </a:ext>
            </a:extLst>
          </p:cNvPr>
          <p:cNvGraphicFramePr>
            <a:graphicFrameLocks noChangeAspect="1"/>
          </p:cNvGraphicFramePr>
          <p:nvPr>
            <p:extLst>
              <p:ext uri="{D42A27DB-BD31-4B8C-83A1-F6EECF244321}">
                <p14:modId xmlns:p14="http://schemas.microsoft.com/office/powerpoint/2010/main" val="125698123"/>
              </p:ext>
            </p:extLst>
          </p:nvPr>
        </p:nvGraphicFramePr>
        <p:xfrm>
          <a:off x="827537" y="3664595"/>
          <a:ext cx="3586162" cy="406400"/>
        </p:xfrm>
        <a:graphic>
          <a:graphicData uri="http://schemas.openxmlformats.org/presentationml/2006/ole">
            <mc:AlternateContent xmlns:mc="http://schemas.openxmlformats.org/markup-compatibility/2006">
              <mc:Choice xmlns:v="urn:schemas-microsoft-com:vml" Requires="v">
                <p:oleObj spid="_x0000_s2063" name="Equation" r:id="rId5" imgW="1676160" imgH="190440" progId="Equation.DSMT4">
                  <p:embed/>
                </p:oleObj>
              </mc:Choice>
              <mc:Fallback>
                <p:oleObj name="Equation" r:id="rId5" imgW="1676160" imgH="190440" progId="Equation.DSMT4">
                  <p:embed/>
                  <p:pic>
                    <p:nvPicPr>
                      <p:cNvPr id="4" name="对象 3">
                        <a:extLst>
                          <a:ext uri="{FF2B5EF4-FFF2-40B4-BE49-F238E27FC236}">
                            <a16:creationId xmlns:a16="http://schemas.microsoft.com/office/drawing/2014/main" id="{7987FEC7-4559-45BE-82AE-DDE9C5FAD8C7}"/>
                          </a:ext>
                        </a:extLst>
                      </p:cNvPr>
                      <p:cNvPicPr/>
                      <p:nvPr/>
                    </p:nvPicPr>
                    <p:blipFill>
                      <a:blip r:embed="rId6"/>
                      <a:stretch>
                        <a:fillRect/>
                      </a:stretch>
                    </p:blipFill>
                    <p:spPr>
                      <a:xfrm>
                        <a:off x="827537" y="3664595"/>
                        <a:ext cx="3586162" cy="406400"/>
                      </a:xfrm>
                      <a:prstGeom prst="rect">
                        <a:avLst/>
                      </a:prstGeom>
                    </p:spPr>
                  </p:pic>
                </p:oleObj>
              </mc:Fallback>
            </mc:AlternateContent>
          </a:graphicData>
        </a:graphic>
      </p:graphicFrame>
      <p:sp>
        <p:nvSpPr>
          <p:cNvPr id="7" name="内容占位符 2">
            <a:extLst>
              <a:ext uri="{FF2B5EF4-FFF2-40B4-BE49-F238E27FC236}">
                <a16:creationId xmlns:a16="http://schemas.microsoft.com/office/drawing/2014/main" id="{4D23F4CF-E356-4267-A7E5-8372805DB878}"/>
              </a:ext>
            </a:extLst>
          </p:cNvPr>
          <p:cNvSpPr txBox="1">
            <a:spLocks/>
          </p:cNvSpPr>
          <p:nvPr/>
        </p:nvSpPr>
        <p:spPr>
          <a:xfrm>
            <a:off x="915534" y="4320074"/>
            <a:ext cx="7486650" cy="406401"/>
          </a:xfrm>
          <a:prstGeom prst="rect">
            <a:avLst/>
          </a:prstGeom>
        </p:spPr>
        <p:txBody>
          <a:bodyPr vert="horz" lIns="0" tIns="45720" rIns="0" bIns="45720" rtlCol="0">
            <a:normAutofit/>
          </a:bodyPr>
          <a:lstStyle>
            <a:lvl1pPr marL="171450" indent="-171450" algn="l" defTabSz="685800" rtl="0" eaLnBrk="1" latinLnBrk="0" hangingPunct="1">
              <a:lnSpc>
                <a:spcPct val="90000"/>
              </a:lnSpc>
              <a:spcBef>
                <a:spcPts val="1350"/>
              </a:spcBef>
              <a:buFont typeface="Wingdings" panose="05000000000000000000" pitchFamily="2" charset="2"/>
              <a:buChar char="§"/>
              <a:defRPr sz="1500" kern="1200">
                <a:solidFill>
                  <a:schemeClr val="tx1"/>
                </a:solidFill>
                <a:latin typeface="微软雅黑" panose="020B0503020204020204" pitchFamily="34" charset="-122"/>
                <a:ea typeface="微软雅黑" panose="020B0503020204020204" pitchFamily="34" charset="-122"/>
                <a:cs typeface="+mn-cs"/>
              </a:defRPr>
            </a:lvl1pPr>
            <a:lvl2pPr marL="514350" indent="-171450" algn="l" defTabSz="685800" rtl="0" eaLnBrk="1" latinLnBrk="0" hangingPunct="1">
              <a:lnSpc>
                <a:spcPct val="90000"/>
              </a:lnSpc>
              <a:spcBef>
                <a:spcPts val="450"/>
              </a:spcBef>
              <a:buFont typeface="Wingdings" panose="05000000000000000000" pitchFamily="2" charset="2"/>
              <a:buChar char="§"/>
              <a:defRPr sz="1200" kern="1200">
                <a:solidFill>
                  <a:schemeClr val="tx1"/>
                </a:solidFill>
                <a:latin typeface="微软雅黑" panose="020B0503020204020204" pitchFamily="34" charset="-122"/>
                <a:ea typeface="微软雅黑" panose="020B0503020204020204" pitchFamily="34" charset="-122"/>
                <a:cs typeface="+mn-cs"/>
              </a:defRPr>
            </a:lvl2pPr>
            <a:lvl3pPr marL="857250" indent="-171450" algn="l" defTabSz="685800" rtl="0" eaLnBrk="1" latinLnBrk="0" hangingPunct="1">
              <a:lnSpc>
                <a:spcPct val="90000"/>
              </a:lnSpc>
              <a:spcBef>
                <a:spcPts val="450"/>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3pPr>
            <a:lvl4pPr marL="1200150" indent="-171450" algn="l" defTabSz="685800" rtl="0" eaLnBrk="1" latinLnBrk="0" hangingPunct="1">
              <a:lnSpc>
                <a:spcPct val="90000"/>
              </a:lnSpc>
              <a:spcBef>
                <a:spcPts val="450"/>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4pPr>
            <a:lvl5pPr marL="1543050" indent="-171450" algn="l" defTabSz="685800" rtl="0" eaLnBrk="1" latinLnBrk="0" hangingPunct="1">
              <a:lnSpc>
                <a:spcPct val="90000"/>
              </a:lnSpc>
              <a:spcBef>
                <a:spcPts val="450"/>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5pPr>
            <a:lvl6pPr marL="1885950" indent="-171450" algn="l" defTabSz="685800" rtl="0" eaLnBrk="1" latinLnBrk="0" hangingPunct="1">
              <a:lnSpc>
                <a:spcPct val="90000"/>
              </a:lnSpc>
              <a:spcBef>
                <a:spcPts val="375"/>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6pPr>
            <a:lvl7pPr marL="2228850" indent="-171450" algn="l" defTabSz="685800" rtl="0" eaLnBrk="1" latinLnBrk="0" hangingPunct="1">
              <a:lnSpc>
                <a:spcPct val="90000"/>
              </a:lnSpc>
              <a:spcBef>
                <a:spcPts val="375"/>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7pPr>
            <a:lvl8pPr marL="2571750" indent="-171450" algn="l" defTabSz="685800" rtl="0" eaLnBrk="1" latinLnBrk="0" hangingPunct="1">
              <a:lnSpc>
                <a:spcPct val="90000"/>
              </a:lnSpc>
              <a:spcBef>
                <a:spcPts val="375"/>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8pPr>
            <a:lvl9pPr marL="2914650" indent="-171450" algn="l" defTabSz="685800" rtl="0" eaLnBrk="1" latinLnBrk="0" hangingPunct="1">
              <a:lnSpc>
                <a:spcPct val="90000"/>
              </a:lnSpc>
              <a:spcBef>
                <a:spcPts val="375"/>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9pPr>
          </a:lstStyle>
          <a:p>
            <a:pPr>
              <a:spcBef>
                <a:spcPts val="0"/>
              </a:spcBef>
            </a:pPr>
            <a:r>
              <a:rPr lang="en-US" altLang="zh-CN" dirty="0"/>
              <a:t>High-order functions</a:t>
            </a:r>
            <a:endParaRPr lang="zh-CN" altLang="en-US" dirty="0"/>
          </a:p>
        </p:txBody>
      </p:sp>
      <p:graphicFrame>
        <p:nvGraphicFramePr>
          <p:cNvPr id="8" name="对象 7">
            <a:extLst>
              <a:ext uri="{FF2B5EF4-FFF2-40B4-BE49-F238E27FC236}">
                <a16:creationId xmlns:a16="http://schemas.microsoft.com/office/drawing/2014/main" id="{57EE252E-4D17-42D6-B6F0-6E5249EDD5C7}"/>
              </a:ext>
            </a:extLst>
          </p:cNvPr>
          <p:cNvGraphicFramePr>
            <a:graphicFrameLocks noChangeAspect="1"/>
          </p:cNvGraphicFramePr>
          <p:nvPr>
            <p:extLst>
              <p:ext uri="{D42A27DB-BD31-4B8C-83A1-F6EECF244321}">
                <p14:modId xmlns:p14="http://schemas.microsoft.com/office/powerpoint/2010/main" val="813583001"/>
              </p:ext>
            </p:extLst>
          </p:nvPr>
        </p:nvGraphicFramePr>
        <p:xfrm>
          <a:off x="827537" y="4652931"/>
          <a:ext cx="4645025" cy="406400"/>
        </p:xfrm>
        <a:graphic>
          <a:graphicData uri="http://schemas.openxmlformats.org/presentationml/2006/ole">
            <mc:AlternateContent xmlns:mc="http://schemas.openxmlformats.org/markup-compatibility/2006">
              <mc:Choice xmlns:v="urn:schemas-microsoft-com:vml" Requires="v">
                <p:oleObj spid="_x0000_s2064" name="Equation" r:id="rId7" imgW="2171520" imgH="190440" progId="Equation.DSMT4">
                  <p:embed/>
                </p:oleObj>
              </mc:Choice>
              <mc:Fallback>
                <p:oleObj name="Equation" r:id="rId7" imgW="2171520" imgH="190440" progId="Equation.DSMT4">
                  <p:embed/>
                  <p:pic>
                    <p:nvPicPr>
                      <p:cNvPr id="6" name="对象 5">
                        <a:extLst>
                          <a:ext uri="{FF2B5EF4-FFF2-40B4-BE49-F238E27FC236}">
                            <a16:creationId xmlns:a16="http://schemas.microsoft.com/office/drawing/2014/main" id="{331D52B4-AADF-465F-BD6D-9867383E70DB}"/>
                          </a:ext>
                        </a:extLst>
                      </p:cNvPr>
                      <p:cNvPicPr/>
                      <p:nvPr/>
                    </p:nvPicPr>
                    <p:blipFill>
                      <a:blip r:embed="rId8"/>
                      <a:stretch>
                        <a:fillRect/>
                      </a:stretch>
                    </p:blipFill>
                    <p:spPr>
                      <a:xfrm>
                        <a:off x="827537" y="4652931"/>
                        <a:ext cx="4645025" cy="406400"/>
                      </a:xfrm>
                      <a:prstGeom prst="rect">
                        <a:avLst/>
                      </a:prstGeom>
                    </p:spPr>
                  </p:pic>
                </p:oleObj>
              </mc:Fallback>
            </mc:AlternateContent>
          </a:graphicData>
        </a:graphic>
      </p:graphicFrame>
    </p:spTree>
    <p:extLst>
      <p:ext uri="{BB962C8B-B14F-4D97-AF65-F5344CB8AC3E}">
        <p14:creationId xmlns:p14="http://schemas.microsoft.com/office/powerpoint/2010/main" val="169794383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7.3 Types and Declarations-Declaration</a:t>
            </a:r>
            <a:endParaRPr lang="zh-CN" altLang="en-US" dirty="0"/>
          </a:p>
        </p:txBody>
      </p:sp>
      <p:pic>
        <p:nvPicPr>
          <p:cNvPr id="4" name="图片 3"/>
          <p:cNvPicPr>
            <a:picLocks noChangeAspect="1"/>
          </p:cNvPicPr>
          <p:nvPr/>
        </p:nvPicPr>
        <p:blipFill>
          <a:blip r:embed="rId2"/>
          <a:stretch>
            <a:fillRect/>
          </a:stretch>
        </p:blipFill>
        <p:spPr>
          <a:xfrm>
            <a:off x="1875324" y="1779199"/>
            <a:ext cx="4152381" cy="1057143"/>
          </a:xfrm>
          <a:prstGeom prst="rect">
            <a:avLst/>
          </a:prstGeom>
        </p:spPr>
      </p:pic>
      <p:pic>
        <p:nvPicPr>
          <p:cNvPr id="5" name="图片 4"/>
          <p:cNvPicPr>
            <a:picLocks noChangeAspect="1"/>
          </p:cNvPicPr>
          <p:nvPr/>
        </p:nvPicPr>
        <p:blipFill>
          <a:blip r:embed="rId3"/>
          <a:stretch>
            <a:fillRect/>
          </a:stretch>
        </p:blipFill>
        <p:spPr>
          <a:xfrm>
            <a:off x="431068" y="3037895"/>
            <a:ext cx="7799818" cy="1958647"/>
          </a:xfrm>
          <a:prstGeom prst="rect">
            <a:avLst/>
          </a:prstGeom>
        </p:spPr>
      </p:pic>
    </p:spTree>
    <p:extLst>
      <p:ext uri="{BB962C8B-B14F-4D97-AF65-F5344CB8AC3E}">
        <p14:creationId xmlns:p14="http://schemas.microsoft.com/office/powerpoint/2010/main" val="300976917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7.3 Types and Declarations-Storage Layout for Local Names</a:t>
            </a:r>
            <a:endParaRPr lang="zh-CN" altLang="en-US" dirty="0"/>
          </a:p>
        </p:txBody>
      </p:sp>
      <p:sp>
        <p:nvSpPr>
          <p:cNvPr id="3" name="内容占位符 2"/>
          <p:cNvSpPr>
            <a:spLocks noGrp="1"/>
          </p:cNvSpPr>
          <p:nvPr>
            <p:ph idx="1"/>
          </p:nvPr>
        </p:nvSpPr>
        <p:spPr>
          <a:xfrm>
            <a:off x="828675" y="1273627"/>
            <a:ext cx="7486650" cy="4572000"/>
          </a:xfrm>
        </p:spPr>
        <p:txBody>
          <a:bodyPr/>
          <a:lstStyle/>
          <a:p>
            <a:pPr>
              <a:lnSpc>
                <a:spcPct val="100000"/>
              </a:lnSpc>
            </a:pPr>
            <a:r>
              <a:rPr lang="en-US" altLang="zh-CN" dirty="0"/>
              <a:t>From the type of a name, we can determine the amount of storage that will be needed for the name at run time. </a:t>
            </a:r>
          </a:p>
          <a:p>
            <a:pPr>
              <a:lnSpc>
                <a:spcPct val="100000"/>
              </a:lnSpc>
            </a:pPr>
            <a:endParaRPr lang="zh-CN" altLang="en-US" dirty="0"/>
          </a:p>
        </p:txBody>
      </p:sp>
      <p:pic>
        <p:nvPicPr>
          <p:cNvPr id="4" name="图片 3"/>
          <p:cNvPicPr>
            <a:picLocks noChangeAspect="1"/>
          </p:cNvPicPr>
          <p:nvPr/>
        </p:nvPicPr>
        <p:blipFill>
          <a:blip r:embed="rId2"/>
          <a:stretch>
            <a:fillRect/>
          </a:stretch>
        </p:blipFill>
        <p:spPr>
          <a:xfrm>
            <a:off x="1057275" y="1783216"/>
            <a:ext cx="6390476" cy="904762"/>
          </a:xfrm>
          <a:prstGeom prst="rect">
            <a:avLst/>
          </a:prstGeom>
        </p:spPr>
      </p:pic>
      <p:pic>
        <p:nvPicPr>
          <p:cNvPr id="5" name="图片 4"/>
          <p:cNvPicPr>
            <a:picLocks noChangeAspect="1"/>
          </p:cNvPicPr>
          <p:nvPr/>
        </p:nvPicPr>
        <p:blipFill>
          <a:blip r:embed="rId3"/>
          <a:stretch>
            <a:fillRect/>
          </a:stretch>
        </p:blipFill>
        <p:spPr>
          <a:xfrm>
            <a:off x="1620834" y="2684260"/>
            <a:ext cx="4472668" cy="1994236"/>
          </a:xfrm>
          <a:prstGeom prst="rect">
            <a:avLst/>
          </a:prstGeom>
        </p:spPr>
      </p:pic>
      <p:pic>
        <p:nvPicPr>
          <p:cNvPr id="6" name="图片 5"/>
          <p:cNvPicPr>
            <a:picLocks noChangeAspect="1"/>
          </p:cNvPicPr>
          <p:nvPr/>
        </p:nvPicPr>
        <p:blipFill>
          <a:blip r:embed="rId4"/>
          <a:stretch>
            <a:fillRect/>
          </a:stretch>
        </p:blipFill>
        <p:spPr>
          <a:xfrm>
            <a:off x="1598494" y="4678496"/>
            <a:ext cx="4789362" cy="2111526"/>
          </a:xfrm>
          <a:prstGeom prst="rect">
            <a:avLst/>
          </a:prstGeom>
        </p:spPr>
      </p:pic>
    </p:spTree>
    <p:extLst>
      <p:ext uri="{BB962C8B-B14F-4D97-AF65-F5344CB8AC3E}">
        <p14:creationId xmlns:p14="http://schemas.microsoft.com/office/powerpoint/2010/main" val="58189805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7.3 Types and Declarations-Sequences of Declarations</a:t>
            </a:r>
            <a:endParaRPr lang="zh-CN" altLang="en-US" dirty="0"/>
          </a:p>
        </p:txBody>
      </p:sp>
      <p:sp>
        <p:nvSpPr>
          <p:cNvPr id="3" name="内容占位符 2"/>
          <p:cNvSpPr>
            <a:spLocks noGrp="1"/>
          </p:cNvSpPr>
          <p:nvPr>
            <p:ph idx="1"/>
          </p:nvPr>
        </p:nvSpPr>
        <p:spPr>
          <a:xfrm>
            <a:off x="828675" y="1600200"/>
            <a:ext cx="7486650" cy="1273629"/>
          </a:xfrm>
        </p:spPr>
        <p:txBody>
          <a:bodyPr/>
          <a:lstStyle/>
          <a:p>
            <a:r>
              <a:rPr lang="en-US" altLang="zh-CN" dirty="0"/>
              <a:t>Languages such as C and Java allow all the declarations in a single procedure to be processed as a group. The declarations may be distributed within a Java procedure, but they can still be processed when the procedure is analyzed. Therefore , we can use a variable, say offset, to keep track of the next available relative address.</a:t>
            </a:r>
          </a:p>
          <a:p>
            <a:endParaRPr lang="zh-CN" altLang="en-US" dirty="0"/>
          </a:p>
        </p:txBody>
      </p:sp>
      <p:pic>
        <p:nvPicPr>
          <p:cNvPr id="4" name="图片 3"/>
          <p:cNvPicPr>
            <a:picLocks noChangeAspect="1"/>
          </p:cNvPicPr>
          <p:nvPr/>
        </p:nvPicPr>
        <p:blipFill>
          <a:blip r:embed="rId2"/>
          <a:stretch>
            <a:fillRect/>
          </a:stretch>
        </p:blipFill>
        <p:spPr>
          <a:xfrm>
            <a:off x="2058352" y="2873829"/>
            <a:ext cx="4352381" cy="1685714"/>
          </a:xfrm>
          <a:prstGeom prst="rect">
            <a:avLst/>
          </a:prstGeom>
        </p:spPr>
      </p:pic>
      <p:sp>
        <p:nvSpPr>
          <p:cNvPr id="5" name="矩形 4"/>
          <p:cNvSpPr/>
          <p:nvPr/>
        </p:nvSpPr>
        <p:spPr>
          <a:xfrm>
            <a:off x="2656114" y="4864464"/>
            <a:ext cx="4572000" cy="1200329"/>
          </a:xfrm>
          <a:prstGeom prst="rect">
            <a:avLst/>
          </a:prstGeom>
        </p:spPr>
        <p:style>
          <a:lnRef idx="1">
            <a:schemeClr val="accent4"/>
          </a:lnRef>
          <a:fillRef idx="2">
            <a:schemeClr val="accent4"/>
          </a:fillRef>
          <a:effectRef idx="1">
            <a:schemeClr val="accent4"/>
          </a:effectRef>
          <a:fontRef idx="minor">
            <a:schemeClr val="dk1"/>
          </a:fontRef>
        </p:style>
        <p:txBody>
          <a:bodyPr>
            <a:spAutoFit/>
          </a:bodyPr>
          <a:lstStyle/>
          <a:p>
            <a:r>
              <a:rPr lang="en-US" altLang="zh-CN" dirty="0"/>
              <a:t>creates a symbol table</a:t>
            </a:r>
          </a:p>
          <a:p>
            <a:r>
              <a:rPr lang="en-US" altLang="zh-CN" dirty="0"/>
              <a:t>entry by executing </a:t>
            </a:r>
            <a:r>
              <a:rPr lang="en-US" altLang="zh-CN" i="1" dirty="0" err="1"/>
              <a:t>top.put</a:t>
            </a:r>
            <a:r>
              <a:rPr lang="en-US" altLang="zh-CN" i="1" dirty="0"/>
              <a:t>(id. lexeme, T. type, offset) </a:t>
            </a:r>
            <a:r>
              <a:rPr lang="en-US" altLang="zh-CN" dirty="0"/>
              <a:t>. Here top denotes</a:t>
            </a:r>
          </a:p>
          <a:p>
            <a:r>
              <a:rPr lang="en-US" altLang="zh-CN" dirty="0"/>
              <a:t>the current symbol table.</a:t>
            </a:r>
            <a:endParaRPr lang="zh-CN" altLang="en-US" dirty="0"/>
          </a:p>
        </p:txBody>
      </p:sp>
      <p:cxnSp>
        <p:nvCxnSpPr>
          <p:cNvPr id="7" name="直接箭头连接符 6"/>
          <p:cNvCxnSpPr/>
          <p:nvPr/>
        </p:nvCxnSpPr>
        <p:spPr>
          <a:xfrm flipH="1" flipV="1">
            <a:off x="6193971" y="3716686"/>
            <a:ext cx="315686" cy="1147778"/>
          </a:xfrm>
          <a:prstGeom prst="straightConnector1">
            <a:avLst/>
          </a:prstGeom>
          <a:ln>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1009523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7.3 Types and Declarations-Fields in Records and Classes</a:t>
            </a:r>
            <a:endParaRPr lang="zh-CN" altLang="en-US" dirty="0"/>
          </a:p>
        </p:txBody>
      </p:sp>
      <p:sp>
        <p:nvSpPr>
          <p:cNvPr id="3" name="内容占位符 2"/>
          <p:cNvSpPr>
            <a:spLocks noGrp="1"/>
          </p:cNvSpPr>
          <p:nvPr>
            <p:ph idx="1"/>
          </p:nvPr>
        </p:nvSpPr>
        <p:spPr>
          <a:xfrm>
            <a:off x="828675" y="1382487"/>
            <a:ext cx="7486650" cy="4844142"/>
          </a:xfrm>
        </p:spPr>
        <p:txBody>
          <a:bodyPr/>
          <a:lstStyle/>
          <a:p>
            <a:r>
              <a:rPr lang="en-US" altLang="zh-CN" dirty="0"/>
              <a:t>This production has two semantic actions. The embedded action before </a:t>
            </a:r>
            <a:r>
              <a:rPr lang="en-US" altLang="zh-CN" i="1" dirty="0"/>
              <a:t>D</a:t>
            </a:r>
            <a:r>
              <a:rPr lang="en-US" altLang="zh-CN" dirty="0"/>
              <a:t> saves the existing symbol table, denoted by top and sets top to a fresh symbol table. It also saves the current offset, and sets offset to </a:t>
            </a:r>
            <a:r>
              <a:rPr lang="en-US" altLang="zh-CN" i="1" dirty="0"/>
              <a:t>0</a:t>
            </a:r>
            <a:r>
              <a:rPr lang="en-US" altLang="zh-CN" dirty="0"/>
              <a:t>. The declarations generated by </a:t>
            </a:r>
            <a:r>
              <a:rPr lang="en-US" altLang="zh-CN" i="1" dirty="0"/>
              <a:t>D</a:t>
            </a:r>
            <a:r>
              <a:rPr lang="en-US" altLang="zh-CN" dirty="0"/>
              <a:t> will result in types and relative addresses being put in the fresh symbol table. The action after </a:t>
            </a:r>
            <a:r>
              <a:rPr lang="en-US" altLang="zh-CN" i="1" dirty="0"/>
              <a:t>D</a:t>
            </a:r>
            <a:r>
              <a:rPr lang="en-US" altLang="zh-CN" dirty="0"/>
              <a:t> creates a record type using top, before restoring the saved symbol table and offset.</a:t>
            </a:r>
          </a:p>
          <a:p>
            <a:endParaRPr lang="en-US" altLang="zh-CN" dirty="0"/>
          </a:p>
          <a:p>
            <a:endParaRPr lang="en-US" altLang="zh-CN" dirty="0"/>
          </a:p>
          <a:p>
            <a:endParaRPr lang="en-US" altLang="zh-CN" dirty="0"/>
          </a:p>
          <a:p>
            <a:pPr>
              <a:lnSpc>
                <a:spcPct val="100000"/>
              </a:lnSpc>
            </a:pPr>
            <a:r>
              <a:rPr lang="en-US" altLang="zh-CN" dirty="0"/>
              <a:t>Let class </a:t>
            </a:r>
            <a:r>
              <a:rPr lang="en-US" altLang="zh-CN" i="1" dirty="0" err="1"/>
              <a:t>Env</a:t>
            </a:r>
            <a:r>
              <a:rPr lang="en-US" altLang="zh-CN" dirty="0"/>
              <a:t> implement symbol tables. The call </a:t>
            </a:r>
            <a:r>
              <a:rPr lang="en-US" altLang="zh-CN" i="1" dirty="0" err="1"/>
              <a:t>Env.push</a:t>
            </a:r>
            <a:r>
              <a:rPr lang="en-US" altLang="zh-CN" i="1" dirty="0"/>
              <a:t>( top) </a:t>
            </a:r>
            <a:r>
              <a:rPr lang="en-US" altLang="zh-CN" dirty="0"/>
              <a:t>pushes the current symbol table denoted by top onto a stack. Variable top is then set to a new symbol table. Similarly, offset is pushed onto a stack called Stack. Variable offset is then set to 0.</a:t>
            </a:r>
          </a:p>
          <a:p>
            <a:endParaRPr lang="en-US" altLang="zh-CN" dirty="0"/>
          </a:p>
          <a:p>
            <a:endParaRPr lang="en-US" altLang="zh-CN" dirty="0"/>
          </a:p>
          <a:p>
            <a:endParaRPr lang="en-US" altLang="zh-CN" dirty="0"/>
          </a:p>
          <a:p>
            <a:endParaRPr lang="zh-CN" altLang="en-US" dirty="0"/>
          </a:p>
        </p:txBody>
      </p:sp>
      <p:pic>
        <p:nvPicPr>
          <p:cNvPr id="4" name="图片 3"/>
          <p:cNvPicPr>
            <a:picLocks noChangeAspect="1"/>
          </p:cNvPicPr>
          <p:nvPr/>
        </p:nvPicPr>
        <p:blipFill>
          <a:blip r:embed="rId2"/>
          <a:stretch>
            <a:fillRect/>
          </a:stretch>
        </p:blipFill>
        <p:spPr>
          <a:xfrm>
            <a:off x="1876193" y="2667762"/>
            <a:ext cx="5390476" cy="1304762"/>
          </a:xfrm>
          <a:prstGeom prst="rect">
            <a:avLst/>
          </a:prstGeom>
        </p:spPr>
      </p:pic>
    </p:spTree>
    <p:extLst>
      <p:ext uri="{BB962C8B-B14F-4D97-AF65-F5344CB8AC3E}">
        <p14:creationId xmlns:p14="http://schemas.microsoft.com/office/powerpoint/2010/main" val="216970771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矩形 7"/>
          <p:cNvSpPr/>
          <p:nvPr/>
        </p:nvSpPr>
        <p:spPr>
          <a:xfrm>
            <a:off x="5848142" y="3940626"/>
            <a:ext cx="3295857" cy="146957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标题 1"/>
          <p:cNvSpPr>
            <a:spLocks noGrp="1"/>
          </p:cNvSpPr>
          <p:nvPr>
            <p:ph type="title"/>
          </p:nvPr>
        </p:nvSpPr>
        <p:spPr/>
        <p:txBody>
          <a:bodyPr/>
          <a:lstStyle/>
          <a:p>
            <a:r>
              <a:rPr lang="en-US" altLang="zh-CN" dirty="0"/>
              <a:t>7.4 Translation of Expressions-Operations Within Expressions</a:t>
            </a:r>
            <a:endParaRPr lang="zh-CN" altLang="en-US" dirty="0"/>
          </a:p>
        </p:txBody>
      </p:sp>
      <p:sp>
        <p:nvSpPr>
          <p:cNvPr id="3" name="内容占位符 2"/>
          <p:cNvSpPr>
            <a:spLocks noGrp="1"/>
          </p:cNvSpPr>
          <p:nvPr>
            <p:ph idx="1"/>
          </p:nvPr>
        </p:nvSpPr>
        <p:spPr>
          <a:xfrm>
            <a:off x="828675" y="1600200"/>
            <a:ext cx="7486650" cy="1480457"/>
          </a:xfrm>
        </p:spPr>
        <p:txBody>
          <a:bodyPr/>
          <a:lstStyle/>
          <a:p>
            <a:r>
              <a:rPr lang="en-US" altLang="zh-CN" dirty="0"/>
              <a:t>The syntax-directed definition in the following table builds up the three-address code for an assignment statement </a:t>
            </a:r>
            <a:r>
              <a:rPr lang="en-US" altLang="zh-CN" i="1" dirty="0"/>
              <a:t>S</a:t>
            </a:r>
            <a:r>
              <a:rPr lang="en-US" altLang="zh-CN" dirty="0"/>
              <a:t> using attribute code for </a:t>
            </a:r>
            <a:r>
              <a:rPr lang="en-US" altLang="zh-CN" i="1" dirty="0"/>
              <a:t>S</a:t>
            </a:r>
            <a:r>
              <a:rPr lang="en-US" altLang="zh-CN" dirty="0"/>
              <a:t> and attributes </a:t>
            </a:r>
            <a:r>
              <a:rPr lang="en-US" altLang="zh-CN" i="1" dirty="0" err="1"/>
              <a:t>addr</a:t>
            </a:r>
            <a:r>
              <a:rPr lang="en-US" altLang="zh-CN" dirty="0"/>
              <a:t> and </a:t>
            </a:r>
            <a:r>
              <a:rPr lang="en-US" altLang="zh-CN" i="1" dirty="0"/>
              <a:t>code</a:t>
            </a:r>
            <a:r>
              <a:rPr lang="en-US" altLang="zh-CN" dirty="0"/>
              <a:t> for an expression </a:t>
            </a:r>
            <a:r>
              <a:rPr lang="en-US" altLang="zh-CN" i="1" dirty="0"/>
              <a:t>E</a:t>
            </a:r>
            <a:r>
              <a:rPr lang="en-US" altLang="zh-CN" dirty="0"/>
              <a:t>. Attributes </a:t>
            </a:r>
            <a:r>
              <a:rPr lang="en-US" altLang="zh-CN" i="1" dirty="0"/>
              <a:t>S. code </a:t>
            </a:r>
            <a:r>
              <a:rPr lang="en-US" altLang="zh-CN" dirty="0"/>
              <a:t>and </a:t>
            </a:r>
            <a:r>
              <a:rPr lang="en-US" altLang="zh-CN" i="1" dirty="0"/>
              <a:t>E. code </a:t>
            </a:r>
            <a:r>
              <a:rPr lang="en-US" altLang="zh-CN" dirty="0"/>
              <a:t>denote the three-address code for </a:t>
            </a:r>
            <a:r>
              <a:rPr lang="en-US" altLang="zh-CN" i="1" dirty="0"/>
              <a:t>S</a:t>
            </a:r>
            <a:r>
              <a:rPr lang="en-US" altLang="zh-CN" dirty="0"/>
              <a:t> and </a:t>
            </a:r>
            <a:r>
              <a:rPr lang="en-US" altLang="zh-CN" i="1" dirty="0"/>
              <a:t>E</a:t>
            </a:r>
            <a:r>
              <a:rPr lang="en-US" altLang="zh-CN" dirty="0"/>
              <a:t>, respectively. Attribute </a:t>
            </a:r>
            <a:r>
              <a:rPr lang="en-US" altLang="zh-CN" i="1" dirty="0" err="1"/>
              <a:t>E.addr</a:t>
            </a:r>
            <a:r>
              <a:rPr lang="en-US" altLang="zh-CN" i="1" dirty="0"/>
              <a:t> </a:t>
            </a:r>
            <a:r>
              <a:rPr lang="en-US" altLang="zh-CN" dirty="0"/>
              <a:t>denotes the address that will hold the value of </a:t>
            </a:r>
            <a:r>
              <a:rPr lang="en-US" altLang="zh-CN" i="1" dirty="0"/>
              <a:t>E</a:t>
            </a:r>
            <a:r>
              <a:rPr lang="en-US" altLang="zh-CN" dirty="0"/>
              <a:t>.</a:t>
            </a:r>
            <a:endParaRPr lang="zh-CN" altLang="en-US" dirty="0"/>
          </a:p>
        </p:txBody>
      </p:sp>
      <p:pic>
        <p:nvPicPr>
          <p:cNvPr id="4" name="图片 3"/>
          <p:cNvPicPr>
            <a:picLocks noChangeAspect="1"/>
          </p:cNvPicPr>
          <p:nvPr/>
        </p:nvPicPr>
        <p:blipFill>
          <a:blip r:embed="rId2"/>
          <a:stretch>
            <a:fillRect/>
          </a:stretch>
        </p:blipFill>
        <p:spPr>
          <a:xfrm>
            <a:off x="315684" y="2699316"/>
            <a:ext cx="5706630" cy="3997100"/>
          </a:xfrm>
          <a:prstGeom prst="rect">
            <a:avLst/>
          </a:prstGeom>
        </p:spPr>
      </p:pic>
      <p:pic>
        <p:nvPicPr>
          <p:cNvPr id="6" name="图片 5"/>
          <p:cNvPicPr>
            <a:picLocks noChangeAspect="1"/>
          </p:cNvPicPr>
          <p:nvPr/>
        </p:nvPicPr>
        <p:blipFill>
          <a:blip r:embed="rId3"/>
          <a:stretch>
            <a:fillRect/>
          </a:stretch>
        </p:blipFill>
        <p:spPr>
          <a:xfrm>
            <a:off x="5943600" y="4061049"/>
            <a:ext cx="3200400" cy="1228725"/>
          </a:xfrm>
          <a:prstGeom prst="rect">
            <a:avLst/>
          </a:prstGeom>
        </p:spPr>
      </p:pic>
    </p:spTree>
    <p:extLst>
      <p:ext uri="{BB962C8B-B14F-4D97-AF65-F5344CB8AC3E}">
        <p14:creationId xmlns:p14="http://schemas.microsoft.com/office/powerpoint/2010/main" val="124110730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7.4 Translation of Expressions-Incremental Translation</a:t>
            </a:r>
            <a:endParaRPr lang="zh-CN" altLang="en-US" dirty="0"/>
          </a:p>
        </p:txBody>
      </p:sp>
      <p:sp>
        <p:nvSpPr>
          <p:cNvPr id="3" name="内容占位符 2"/>
          <p:cNvSpPr>
            <a:spLocks noGrp="1"/>
          </p:cNvSpPr>
          <p:nvPr>
            <p:ph idx="1"/>
          </p:nvPr>
        </p:nvSpPr>
        <p:spPr>
          <a:xfrm>
            <a:off x="828675" y="1600200"/>
            <a:ext cx="7486650" cy="1545771"/>
          </a:xfrm>
        </p:spPr>
        <p:txBody>
          <a:bodyPr/>
          <a:lstStyle/>
          <a:p>
            <a:r>
              <a:rPr lang="en-US" altLang="zh-CN" dirty="0"/>
              <a:t>Code attributes can be long strings, so they are usually generated incrementally. Thus , instead of building up </a:t>
            </a:r>
            <a:r>
              <a:rPr lang="en-US" altLang="zh-CN" i="1" dirty="0"/>
              <a:t>E. code</a:t>
            </a:r>
            <a:r>
              <a:rPr lang="en-US" altLang="zh-CN" dirty="0"/>
              <a:t>, we can arrange to generate only the new three-address instructions, as in the following translation scheme. In the incremental approach, </a:t>
            </a:r>
            <a:r>
              <a:rPr lang="en-US" altLang="zh-CN" i="1" dirty="0">
                <a:solidFill>
                  <a:srgbClr val="7030A0"/>
                </a:solidFill>
              </a:rPr>
              <a:t>gen</a:t>
            </a:r>
            <a:r>
              <a:rPr lang="en-US" altLang="zh-CN" dirty="0"/>
              <a:t> not only constructs a three-address instruction, it appends the instruction to the sequence of instructions generated so far. The sequence may either be retained in memory for further processing, or it may be output incrementally.</a:t>
            </a:r>
            <a:endParaRPr lang="zh-CN" altLang="en-US" dirty="0"/>
          </a:p>
        </p:txBody>
      </p:sp>
      <p:pic>
        <p:nvPicPr>
          <p:cNvPr id="4" name="图片 3"/>
          <p:cNvPicPr>
            <a:picLocks noChangeAspect="1"/>
          </p:cNvPicPr>
          <p:nvPr/>
        </p:nvPicPr>
        <p:blipFill>
          <a:blip r:embed="rId2"/>
          <a:stretch>
            <a:fillRect/>
          </a:stretch>
        </p:blipFill>
        <p:spPr>
          <a:xfrm>
            <a:off x="2637856" y="3320142"/>
            <a:ext cx="4377104" cy="2242457"/>
          </a:xfrm>
          <a:prstGeom prst="rect">
            <a:avLst/>
          </a:prstGeom>
        </p:spPr>
      </p:pic>
    </p:spTree>
    <p:extLst>
      <p:ext uri="{BB962C8B-B14F-4D97-AF65-F5344CB8AC3E}">
        <p14:creationId xmlns:p14="http://schemas.microsoft.com/office/powerpoint/2010/main" val="320336235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7.4 Translation of Expressions-Addressing Array Elements</a:t>
            </a:r>
            <a:endParaRPr lang="zh-CN" altLang="en-US" dirty="0"/>
          </a:p>
        </p:txBody>
      </p:sp>
      <p:pic>
        <p:nvPicPr>
          <p:cNvPr id="7" name="图片 6"/>
          <p:cNvPicPr>
            <a:picLocks noChangeAspect="1"/>
          </p:cNvPicPr>
          <p:nvPr/>
        </p:nvPicPr>
        <p:blipFill>
          <a:blip r:embed="rId2"/>
          <a:stretch>
            <a:fillRect/>
          </a:stretch>
        </p:blipFill>
        <p:spPr>
          <a:xfrm>
            <a:off x="1542029" y="1277030"/>
            <a:ext cx="5450341" cy="5450341"/>
          </a:xfrm>
          <a:prstGeom prst="rect">
            <a:avLst/>
          </a:prstGeom>
        </p:spPr>
      </p:pic>
      <p:cxnSp>
        <p:nvCxnSpPr>
          <p:cNvPr id="9" name="直接连接符 8"/>
          <p:cNvCxnSpPr/>
          <p:nvPr/>
        </p:nvCxnSpPr>
        <p:spPr>
          <a:xfrm flipV="1">
            <a:off x="3646713" y="2393270"/>
            <a:ext cx="1240972" cy="10886"/>
          </a:xfrm>
          <a:prstGeom prst="line">
            <a:avLst/>
          </a:prstGeom>
          <a:ln/>
        </p:spPr>
        <p:style>
          <a:lnRef idx="2">
            <a:schemeClr val="accent5"/>
          </a:lnRef>
          <a:fillRef idx="0">
            <a:schemeClr val="accent5"/>
          </a:fillRef>
          <a:effectRef idx="1">
            <a:schemeClr val="accent5"/>
          </a:effectRef>
          <a:fontRef idx="minor">
            <a:schemeClr val="tx1"/>
          </a:fontRef>
        </p:style>
      </p:cxnSp>
      <p:cxnSp>
        <p:nvCxnSpPr>
          <p:cNvPr id="12" name="直接连接符 11"/>
          <p:cNvCxnSpPr/>
          <p:nvPr/>
        </p:nvCxnSpPr>
        <p:spPr>
          <a:xfrm flipV="1">
            <a:off x="2677885" y="4691743"/>
            <a:ext cx="3178628" cy="10886"/>
          </a:xfrm>
          <a:prstGeom prst="line">
            <a:avLst/>
          </a:prstGeom>
          <a:ln/>
        </p:spPr>
        <p:style>
          <a:lnRef idx="2">
            <a:schemeClr val="accent5"/>
          </a:lnRef>
          <a:fillRef idx="0">
            <a:schemeClr val="accent5"/>
          </a:fillRef>
          <a:effectRef idx="1">
            <a:schemeClr val="accent5"/>
          </a:effectRef>
          <a:fontRef idx="minor">
            <a:schemeClr val="tx1"/>
          </a:fontRef>
        </p:style>
      </p:cxnSp>
      <p:cxnSp>
        <p:nvCxnSpPr>
          <p:cNvPr id="14" name="直接连接符 13"/>
          <p:cNvCxnSpPr/>
          <p:nvPr/>
        </p:nvCxnSpPr>
        <p:spPr>
          <a:xfrm flipV="1">
            <a:off x="2209800" y="6727371"/>
            <a:ext cx="4082143" cy="10886"/>
          </a:xfrm>
          <a:prstGeom prst="line">
            <a:avLst/>
          </a:prstGeom>
          <a:ln/>
        </p:spPr>
        <p:style>
          <a:lnRef idx="2">
            <a:schemeClr val="accent5"/>
          </a:lnRef>
          <a:fillRef idx="0">
            <a:schemeClr val="accent5"/>
          </a:fillRef>
          <a:effectRef idx="1">
            <a:schemeClr val="accent5"/>
          </a:effectRef>
          <a:fontRef idx="minor">
            <a:schemeClr val="tx1"/>
          </a:fontRef>
        </p:style>
      </p:cxnSp>
      <p:cxnSp>
        <p:nvCxnSpPr>
          <p:cNvPr id="16" name="直接连接符 15"/>
          <p:cNvCxnSpPr/>
          <p:nvPr/>
        </p:nvCxnSpPr>
        <p:spPr>
          <a:xfrm flipV="1">
            <a:off x="3330459" y="6085114"/>
            <a:ext cx="1774941" cy="20184"/>
          </a:xfrm>
          <a:prstGeom prst="line">
            <a:avLst/>
          </a:prstGeom>
          <a:ln/>
        </p:spPr>
        <p:style>
          <a:lnRef idx="2">
            <a:schemeClr val="accent5"/>
          </a:lnRef>
          <a:fillRef idx="0">
            <a:schemeClr val="accent5"/>
          </a:fillRef>
          <a:effectRef idx="1">
            <a:schemeClr val="accent5"/>
          </a:effectRef>
          <a:fontRef idx="minor">
            <a:schemeClr val="tx1"/>
          </a:fontRef>
        </p:style>
      </p:cxnSp>
    </p:spTree>
    <p:extLst>
      <p:ext uri="{BB962C8B-B14F-4D97-AF65-F5344CB8AC3E}">
        <p14:creationId xmlns:p14="http://schemas.microsoft.com/office/powerpoint/2010/main" val="15882550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7.4 Translation of Expressions-Addressing Array Elements</a:t>
            </a:r>
            <a:endParaRPr lang="zh-CN" altLang="en-US" dirty="0"/>
          </a:p>
        </p:txBody>
      </p:sp>
      <p:pic>
        <p:nvPicPr>
          <p:cNvPr id="3" name="图片 2"/>
          <p:cNvPicPr>
            <a:picLocks noChangeAspect="1"/>
          </p:cNvPicPr>
          <p:nvPr/>
        </p:nvPicPr>
        <p:blipFill>
          <a:blip r:embed="rId2"/>
          <a:stretch>
            <a:fillRect/>
          </a:stretch>
        </p:blipFill>
        <p:spPr>
          <a:xfrm>
            <a:off x="828675" y="1499507"/>
            <a:ext cx="6569862" cy="2930978"/>
          </a:xfrm>
          <a:prstGeom prst="rect">
            <a:avLst/>
          </a:prstGeom>
        </p:spPr>
      </p:pic>
      <p:pic>
        <p:nvPicPr>
          <p:cNvPr id="4" name="图片 3"/>
          <p:cNvPicPr>
            <a:picLocks noChangeAspect="1"/>
          </p:cNvPicPr>
          <p:nvPr/>
        </p:nvPicPr>
        <p:blipFill>
          <a:blip r:embed="rId3"/>
          <a:stretch>
            <a:fillRect/>
          </a:stretch>
        </p:blipFill>
        <p:spPr>
          <a:xfrm>
            <a:off x="2323531" y="4756830"/>
            <a:ext cx="4495800" cy="1733550"/>
          </a:xfrm>
          <a:prstGeom prst="rect">
            <a:avLst/>
          </a:prstGeom>
        </p:spPr>
      </p:pic>
    </p:spTree>
    <p:extLst>
      <p:ext uri="{BB962C8B-B14F-4D97-AF65-F5344CB8AC3E}">
        <p14:creationId xmlns:p14="http://schemas.microsoft.com/office/powerpoint/2010/main" val="44682489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7.4 Translation of Expressions-Addressing Array Elements</a:t>
            </a:r>
            <a:endParaRPr lang="zh-CN" altLang="en-US" dirty="0"/>
          </a:p>
        </p:txBody>
      </p:sp>
      <p:sp>
        <p:nvSpPr>
          <p:cNvPr id="6" name="矩形 5"/>
          <p:cNvSpPr/>
          <p:nvPr/>
        </p:nvSpPr>
        <p:spPr>
          <a:xfrm>
            <a:off x="1251857" y="1304313"/>
            <a:ext cx="5758543" cy="584775"/>
          </a:xfrm>
          <a:prstGeom prst="rect">
            <a:avLst/>
          </a:prstGeom>
        </p:spPr>
        <p:txBody>
          <a:bodyPr wrap="square">
            <a:spAutoFit/>
          </a:bodyPr>
          <a:lstStyle/>
          <a:p>
            <a:r>
              <a:rPr lang="en-US" altLang="zh-CN" sz="1600" dirty="0">
                <a:solidFill>
                  <a:schemeClr val="tx2"/>
                </a:solidFill>
              </a:rPr>
              <a:t>Let nonterminal </a:t>
            </a:r>
            <a:r>
              <a:rPr lang="en-US" altLang="zh-CN" sz="1600" i="1" dirty="0">
                <a:solidFill>
                  <a:schemeClr val="tx2"/>
                </a:solidFill>
              </a:rPr>
              <a:t>L</a:t>
            </a:r>
            <a:r>
              <a:rPr lang="en-US" altLang="zh-CN" sz="1600" dirty="0">
                <a:solidFill>
                  <a:schemeClr val="tx2"/>
                </a:solidFill>
              </a:rPr>
              <a:t> generate an array name followed by a sequence of indexed expressions</a:t>
            </a:r>
            <a:endParaRPr lang="zh-CN" altLang="en-US" sz="1600" dirty="0">
              <a:solidFill>
                <a:schemeClr val="tx2"/>
              </a:solidFill>
            </a:endParaRPr>
          </a:p>
        </p:txBody>
      </p:sp>
      <p:pic>
        <p:nvPicPr>
          <p:cNvPr id="7" name="图片 6"/>
          <p:cNvPicPr>
            <a:picLocks noChangeAspect="1"/>
          </p:cNvPicPr>
          <p:nvPr/>
        </p:nvPicPr>
        <p:blipFill>
          <a:blip r:embed="rId2"/>
          <a:stretch>
            <a:fillRect/>
          </a:stretch>
        </p:blipFill>
        <p:spPr>
          <a:xfrm>
            <a:off x="2943904" y="1963215"/>
            <a:ext cx="2669087" cy="373930"/>
          </a:xfrm>
          <a:prstGeom prst="rect">
            <a:avLst/>
          </a:prstGeom>
        </p:spPr>
      </p:pic>
      <p:sp>
        <p:nvSpPr>
          <p:cNvPr id="8" name="矩形 7"/>
          <p:cNvSpPr/>
          <p:nvPr/>
        </p:nvSpPr>
        <p:spPr>
          <a:xfrm>
            <a:off x="828675" y="2411272"/>
            <a:ext cx="7347857" cy="584775"/>
          </a:xfrm>
          <a:prstGeom prst="rect">
            <a:avLst/>
          </a:prstGeom>
        </p:spPr>
        <p:txBody>
          <a:bodyPr wrap="square">
            <a:spAutoFit/>
          </a:bodyPr>
          <a:lstStyle/>
          <a:p>
            <a:r>
              <a:rPr lang="en-US" altLang="zh-CN" sz="1600" dirty="0">
                <a:solidFill>
                  <a:schemeClr val="tx2"/>
                </a:solidFill>
              </a:rPr>
              <a:t>As in C and Java, assume that the lowest-numbered array element is O. The translation scheme of the expression with arrays:</a:t>
            </a:r>
            <a:endParaRPr lang="zh-CN" altLang="en-US" sz="1600" dirty="0">
              <a:solidFill>
                <a:schemeClr val="tx2"/>
              </a:solidFill>
            </a:endParaRPr>
          </a:p>
        </p:txBody>
      </p:sp>
      <p:pic>
        <p:nvPicPr>
          <p:cNvPr id="9" name="图片 8"/>
          <p:cNvPicPr>
            <a:picLocks noChangeAspect="1"/>
          </p:cNvPicPr>
          <p:nvPr/>
        </p:nvPicPr>
        <p:blipFill>
          <a:blip r:embed="rId3"/>
          <a:stretch>
            <a:fillRect/>
          </a:stretch>
        </p:blipFill>
        <p:spPr>
          <a:xfrm>
            <a:off x="828675" y="3032809"/>
            <a:ext cx="3842658" cy="3825191"/>
          </a:xfrm>
          <a:prstGeom prst="rect">
            <a:avLst/>
          </a:prstGeom>
        </p:spPr>
      </p:pic>
      <p:sp>
        <p:nvSpPr>
          <p:cNvPr id="10" name="矩形 9"/>
          <p:cNvSpPr/>
          <p:nvPr/>
        </p:nvSpPr>
        <p:spPr>
          <a:xfrm>
            <a:off x="4724400" y="3129674"/>
            <a:ext cx="4419600" cy="830997"/>
          </a:xfrm>
          <a:prstGeom prst="rect">
            <a:avLst/>
          </a:prstGeom>
        </p:spPr>
        <p:txBody>
          <a:bodyPr wrap="square">
            <a:spAutoFit/>
          </a:bodyPr>
          <a:lstStyle/>
          <a:p>
            <a:r>
              <a:rPr lang="en-US" altLang="zh-CN" sz="1600" i="1" dirty="0" err="1">
                <a:solidFill>
                  <a:srgbClr val="7030A0"/>
                </a:solidFill>
              </a:rPr>
              <a:t>L.addr</a:t>
            </a:r>
            <a:r>
              <a:rPr lang="en-US" altLang="zh-CN" sz="1600" dirty="0">
                <a:solidFill>
                  <a:schemeClr val="tx2"/>
                </a:solidFill>
              </a:rPr>
              <a:t> denotes a temporary that is used while computing the offset for the array reference</a:t>
            </a:r>
            <a:endParaRPr lang="zh-CN" altLang="en-US" sz="1600" dirty="0">
              <a:solidFill>
                <a:schemeClr val="tx2"/>
              </a:solidFill>
            </a:endParaRPr>
          </a:p>
        </p:txBody>
      </p:sp>
      <p:sp>
        <p:nvSpPr>
          <p:cNvPr id="12" name="矩形 11"/>
          <p:cNvSpPr/>
          <p:nvPr/>
        </p:nvSpPr>
        <p:spPr>
          <a:xfrm>
            <a:off x="4648200" y="3960671"/>
            <a:ext cx="4572000" cy="1569660"/>
          </a:xfrm>
          <a:prstGeom prst="rect">
            <a:avLst/>
          </a:prstGeom>
        </p:spPr>
        <p:txBody>
          <a:bodyPr>
            <a:spAutoFit/>
          </a:bodyPr>
          <a:lstStyle/>
          <a:p>
            <a:r>
              <a:rPr lang="en-US" altLang="zh-CN" sz="1600" i="1" dirty="0" err="1">
                <a:solidFill>
                  <a:srgbClr val="7030A0"/>
                </a:solidFill>
              </a:rPr>
              <a:t>L.array</a:t>
            </a:r>
            <a:r>
              <a:rPr lang="en-US" altLang="zh-CN" sz="1600" dirty="0">
                <a:solidFill>
                  <a:schemeClr val="tx2"/>
                </a:solidFill>
              </a:rPr>
              <a:t> is a pointer to the symbol-table entry for the array name. The base address of the array, say,</a:t>
            </a:r>
            <a:r>
              <a:rPr lang="en-US" altLang="zh-CN" sz="1600" i="1" dirty="0">
                <a:solidFill>
                  <a:srgbClr val="7030A0"/>
                </a:solidFill>
              </a:rPr>
              <a:t> </a:t>
            </a:r>
            <a:r>
              <a:rPr lang="en-US" altLang="zh-CN" sz="1600" i="1" dirty="0" err="1">
                <a:solidFill>
                  <a:srgbClr val="7030A0"/>
                </a:solidFill>
              </a:rPr>
              <a:t>L.array.base</a:t>
            </a:r>
            <a:r>
              <a:rPr lang="en-US" altLang="zh-CN" sz="1600" i="1" dirty="0">
                <a:solidFill>
                  <a:srgbClr val="7030A0"/>
                </a:solidFill>
              </a:rPr>
              <a:t> </a:t>
            </a:r>
            <a:r>
              <a:rPr lang="en-US" altLang="zh-CN" sz="1600" dirty="0">
                <a:solidFill>
                  <a:schemeClr val="tx2"/>
                </a:solidFill>
              </a:rPr>
              <a:t>is used to determine the actual l-value of an array reference after all the index expressions are analyzed.</a:t>
            </a:r>
            <a:endParaRPr lang="zh-CN" altLang="en-US" sz="1600" dirty="0">
              <a:solidFill>
                <a:schemeClr val="tx2"/>
              </a:solidFill>
            </a:endParaRPr>
          </a:p>
        </p:txBody>
      </p:sp>
      <p:sp>
        <p:nvSpPr>
          <p:cNvPr id="13" name="矩形 12"/>
          <p:cNvSpPr/>
          <p:nvPr/>
        </p:nvSpPr>
        <p:spPr>
          <a:xfrm>
            <a:off x="4659767" y="5609390"/>
            <a:ext cx="4572000" cy="584775"/>
          </a:xfrm>
          <a:prstGeom prst="rect">
            <a:avLst/>
          </a:prstGeom>
        </p:spPr>
        <p:txBody>
          <a:bodyPr>
            <a:spAutoFit/>
          </a:bodyPr>
          <a:lstStyle/>
          <a:p>
            <a:r>
              <a:rPr lang="en-US" altLang="zh-CN" sz="1600" i="1" dirty="0" err="1">
                <a:solidFill>
                  <a:srgbClr val="7030A0"/>
                </a:solidFill>
              </a:rPr>
              <a:t>L.type</a:t>
            </a:r>
            <a:r>
              <a:rPr lang="en-US" altLang="zh-CN" sz="1600" dirty="0">
                <a:solidFill>
                  <a:schemeClr val="tx2"/>
                </a:solidFill>
              </a:rPr>
              <a:t> is the type of the sub array generated by L.</a:t>
            </a:r>
            <a:endParaRPr lang="zh-CN" altLang="en-US" sz="1600" dirty="0">
              <a:solidFill>
                <a:schemeClr val="tx2"/>
              </a:solidFill>
            </a:endParaRPr>
          </a:p>
        </p:txBody>
      </p:sp>
    </p:spTree>
    <p:extLst>
      <p:ext uri="{BB962C8B-B14F-4D97-AF65-F5344CB8AC3E}">
        <p14:creationId xmlns:p14="http://schemas.microsoft.com/office/powerpoint/2010/main" val="173380079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7.4 Translation of Expressions-Addressing Array Elements</a:t>
            </a:r>
            <a:endParaRPr lang="zh-CN" altLang="en-US" dirty="0"/>
          </a:p>
        </p:txBody>
      </p:sp>
      <p:pic>
        <p:nvPicPr>
          <p:cNvPr id="3" name="图片 2"/>
          <p:cNvPicPr>
            <a:picLocks noChangeAspect="1"/>
          </p:cNvPicPr>
          <p:nvPr/>
        </p:nvPicPr>
        <p:blipFill>
          <a:blip r:embed="rId2"/>
          <a:stretch>
            <a:fillRect/>
          </a:stretch>
        </p:blipFill>
        <p:spPr>
          <a:xfrm>
            <a:off x="3593418" y="1679121"/>
            <a:ext cx="4562475" cy="4762500"/>
          </a:xfrm>
          <a:prstGeom prst="rect">
            <a:avLst/>
          </a:prstGeom>
        </p:spPr>
      </p:pic>
      <p:pic>
        <p:nvPicPr>
          <p:cNvPr id="4" name="图片 3">
            <a:extLst>
              <a:ext uri="{FF2B5EF4-FFF2-40B4-BE49-F238E27FC236}">
                <a16:creationId xmlns:a16="http://schemas.microsoft.com/office/drawing/2014/main" id="{E674501E-CFCD-46B9-B3C1-E6C1ACE931A8}"/>
              </a:ext>
            </a:extLst>
          </p:cNvPr>
          <p:cNvPicPr>
            <a:picLocks noChangeAspect="1"/>
          </p:cNvPicPr>
          <p:nvPr/>
        </p:nvPicPr>
        <p:blipFill>
          <a:blip r:embed="rId3"/>
          <a:stretch>
            <a:fillRect/>
          </a:stretch>
        </p:blipFill>
        <p:spPr>
          <a:xfrm>
            <a:off x="507051" y="4909868"/>
            <a:ext cx="3086367" cy="1531753"/>
          </a:xfrm>
          <a:prstGeom prst="rect">
            <a:avLst/>
          </a:prstGeom>
        </p:spPr>
      </p:pic>
      <p:sp>
        <p:nvSpPr>
          <p:cNvPr id="5" name="矩形: 圆角 4">
            <a:extLst>
              <a:ext uri="{FF2B5EF4-FFF2-40B4-BE49-F238E27FC236}">
                <a16:creationId xmlns:a16="http://schemas.microsoft.com/office/drawing/2014/main" id="{77880681-4FCB-4D79-8A40-9D7FB7BB682C}"/>
              </a:ext>
            </a:extLst>
          </p:cNvPr>
          <p:cNvSpPr/>
          <p:nvPr/>
        </p:nvSpPr>
        <p:spPr>
          <a:xfrm>
            <a:off x="3508309" y="2593909"/>
            <a:ext cx="4739951" cy="1996751"/>
          </a:xfrm>
          <a:prstGeom prst="roundRect">
            <a:avLst/>
          </a:prstGeom>
          <a:noFill/>
        </p:spPr>
        <p:style>
          <a:lnRef idx="2">
            <a:schemeClr val="accent5"/>
          </a:lnRef>
          <a:fillRef idx="1">
            <a:schemeClr val="lt1"/>
          </a:fillRef>
          <a:effectRef idx="0">
            <a:schemeClr val="accent5"/>
          </a:effectRef>
          <a:fontRef idx="minor">
            <a:schemeClr val="dk1"/>
          </a:fontRef>
        </p:style>
        <p:txBody>
          <a:bodyPr rtlCol="0" anchor="ctr"/>
          <a:lstStyle/>
          <a:p>
            <a:pPr algn="ctr"/>
            <a:endParaRPr lang="zh-CN" altLang="en-US"/>
          </a:p>
        </p:txBody>
      </p:sp>
      <p:sp>
        <p:nvSpPr>
          <p:cNvPr id="6" name="文本框 5">
            <a:extLst>
              <a:ext uri="{FF2B5EF4-FFF2-40B4-BE49-F238E27FC236}">
                <a16:creationId xmlns:a16="http://schemas.microsoft.com/office/drawing/2014/main" id="{EB9CBD8F-CBF2-44EB-8BFD-5FE65770D330}"/>
              </a:ext>
            </a:extLst>
          </p:cNvPr>
          <p:cNvSpPr txBox="1"/>
          <p:nvPr/>
        </p:nvSpPr>
        <p:spPr>
          <a:xfrm>
            <a:off x="828675" y="2388637"/>
            <a:ext cx="1636795" cy="923330"/>
          </a:xfrm>
          <a:prstGeom prst="rect">
            <a:avLst/>
          </a:prstGeom>
          <a:noFill/>
        </p:spPr>
        <p:txBody>
          <a:bodyPr wrap="none" rtlCol="0">
            <a:spAutoFit/>
          </a:bodyPr>
          <a:lstStyle/>
          <a:p>
            <a:r>
              <a:rPr lang="en-US" altLang="zh-CN" dirty="0"/>
              <a:t>Declaration:</a:t>
            </a:r>
          </a:p>
          <a:p>
            <a:endParaRPr lang="en-US" altLang="zh-CN" dirty="0"/>
          </a:p>
          <a:p>
            <a:r>
              <a:rPr lang="en-US" altLang="zh-CN" dirty="0"/>
              <a:t>integer a[2][3]</a:t>
            </a:r>
            <a:endParaRPr lang="zh-CN" altLang="en-US" dirty="0"/>
          </a:p>
        </p:txBody>
      </p:sp>
      <p:cxnSp>
        <p:nvCxnSpPr>
          <p:cNvPr id="8" name="直接箭头连接符 7">
            <a:extLst>
              <a:ext uri="{FF2B5EF4-FFF2-40B4-BE49-F238E27FC236}">
                <a16:creationId xmlns:a16="http://schemas.microsoft.com/office/drawing/2014/main" id="{5A2D3441-3DBD-418A-A676-26BC43F9F5AC}"/>
              </a:ext>
            </a:extLst>
          </p:cNvPr>
          <p:cNvCxnSpPr>
            <a:endCxn id="3" idx="1"/>
          </p:cNvCxnSpPr>
          <p:nvPr/>
        </p:nvCxnSpPr>
        <p:spPr>
          <a:xfrm>
            <a:off x="2465470" y="3311967"/>
            <a:ext cx="1127948" cy="748404"/>
          </a:xfrm>
          <a:prstGeom prst="straightConnector1">
            <a:avLst/>
          </a:prstGeom>
          <a:ln>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04591966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7.5 Type checking-Rules for Type Checking</a:t>
            </a:r>
            <a:endParaRPr lang="zh-CN" altLang="en-US" dirty="0"/>
          </a:p>
        </p:txBody>
      </p:sp>
      <p:sp>
        <p:nvSpPr>
          <p:cNvPr id="3" name="内容占位符 2"/>
          <p:cNvSpPr>
            <a:spLocks noGrp="1"/>
          </p:cNvSpPr>
          <p:nvPr>
            <p:ph idx="1"/>
          </p:nvPr>
        </p:nvSpPr>
        <p:spPr>
          <a:xfrm>
            <a:off x="828675" y="1600200"/>
            <a:ext cx="7486650" cy="478971"/>
          </a:xfrm>
        </p:spPr>
        <p:txBody>
          <a:bodyPr/>
          <a:lstStyle/>
          <a:p>
            <a:r>
              <a:rPr lang="en-US" altLang="zh-CN" dirty="0"/>
              <a:t>Type checking can take on two forms: </a:t>
            </a:r>
            <a:r>
              <a:rPr lang="en-US" altLang="zh-CN" i="1" dirty="0">
                <a:solidFill>
                  <a:srgbClr val="7030A0"/>
                </a:solidFill>
              </a:rPr>
              <a:t>synthesis</a:t>
            </a:r>
            <a:r>
              <a:rPr lang="en-US" altLang="zh-CN" dirty="0">
                <a:solidFill>
                  <a:srgbClr val="7030A0"/>
                </a:solidFill>
              </a:rPr>
              <a:t> </a:t>
            </a:r>
            <a:r>
              <a:rPr lang="en-US" altLang="zh-CN" dirty="0"/>
              <a:t>and </a:t>
            </a:r>
            <a:r>
              <a:rPr lang="en-US" altLang="zh-CN" i="1" dirty="0">
                <a:solidFill>
                  <a:srgbClr val="7030A0"/>
                </a:solidFill>
              </a:rPr>
              <a:t>inference</a:t>
            </a:r>
            <a:r>
              <a:rPr lang="en-US" altLang="zh-CN" dirty="0"/>
              <a:t>.</a:t>
            </a:r>
            <a:endParaRPr lang="zh-CN" altLang="en-US" dirty="0"/>
          </a:p>
        </p:txBody>
      </p:sp>
      <p:sp>
        <p:nvSpPr>
          <p:cNvPr id="5" name="内容占位符 2"/>
          <p:cNvSpPr txBox="1">
            <a:spLocks/>
          </p:cNvSpPr>
          <p:nvPr/>
        </p:nvSpPr>
        <p:spPr>
          <a:xfrm>
            <a:off x="828675" y="2027238"/>
            <a:ext cx="7486650" cy="1118733"/>
          </a:xfrm>
          <a:prstGeom prst="rect">
            <a:avLst/>
          </a:prstGeom>
        </p:spPr>
        <p:txBody>
          <a:bodyPr vert="horz" lIns="0" tIns="45720" rIns="0" bIns="45720" rtlCol="0">
            <a:normAutofit/>
          </a:bodyPr>
          <a:lstStyle>
            <a:lvl1pPr marL="171450" indent="-171450" algn="l" defTabSz="685800" rtl="0" eaLnBrk="1" latinLnBrk="0" hangingPunct="1">
              <a:lnSpc>
                <a:spcPct val="90000"/>
              </a:lnSpc>
              <a:spcBef>
                <a:spcPts val="1350"/>
              </a:spcBef>
              <a:buFont typeface="Wingdings" panose="05000000000000000000" pitchFamily="2" charset="2"/>
              <a:buChar char="§"/>
              <a:defRPr sz="1500" kern="1200">
                <a:solidFill>
                  <a:schemeClr val="tx1"/>
                </a:solidFill>
                <a:latin typeface="微软雅黑" panose="020B0503020204020204" pitchFamily="34" charset="-122"/>
                <a:ea typeface="微软雅黑" panose="020B0503020204020204" pitchFamily="34" charset="-122"/>
                <a:cs typeface="+mn-cs"/>
              </a:defRPr>
            </a:lvl1pPr>
            <a:lvl2pPr marL="514350" indent="-171450" algn="l" defTabSz="685800" rtl="0" eaLnBrk="1" latinLnBrk="0" hangingPunct="1">
              <a:lnSpc>
                <a:spcPct val="90000"/>
              </a:lnSpc>
              <a:spcBef>
                <a:spcPts val="450"/>
              </a:spcBef>
              <a:buFont typeface="Wingdings" panose="05000000000000000000" pitchFamily="2" charset="2"/>
              <a:buChar char="§"/>
              <a:defRPr sz="1200" kern="1200">
                <a:solidFill>
                  <a:schemeClr val="tx1"/>
                </a:solidFill>
                <a:latin typeface="微软雅黑" panose="020B0503020204020204" pitchFamily="34" charset="-122"/>
                <a:ea typeface="微软雅黑" panose="020B0503020204020204" pitchFamily="34" charset="-122"/>
                <a:cs typeface="+mn-cs"/>
              </a:defRPr>
            </a:lvl2pPr>
            <a:lvl3pPr marL="857250" indent="-171450" algn="l" defTabSz="685800" rtl="0" eaLnBrk="1" latinLnBrk="0" hangingPunct="1">
              <a:lnSpc>
                <a:spcPct val="90000"/>
              </a:lnSpc>
              <a:spcBef>
                <a:spcPts val="450"/>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3pPr>
            <a:lvl4pPr marL="1200150" indent="-171450" algn="l" defTabSz="685800" rtl="0" eaLnBrk="1" latinLnBrk="0" hangingPunct="1">
              <a:lnSpc>
                <a:spcPct val="90000"/>
              </a:lnSpc>
              <a:spcBef>
                <a:spcPts val="450"/>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4pPr>
            <a:lvl5pPr marL="1543050" indent="-171450" algn="l" defTabSz="685800" rtl="0" eaLnBrk="1" latinLnBrk="0" hangingPunct="1">
              <a:lnSpc>
                <a:spcPct val="90000"/>
              </a:lnSpc>
              <a:spcBef>
                <a:spcPts val="450"/>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5pPr>
            <a:lvl6pPr marL="1885950" indent="-171450" algn="l" defTabSz="685800" rtl="0" eaLnBrk="1" latinLnBrk="0" hangingPunct="1">
              <a:lnSpc>
                <a:spcPct val="90000"/>
              </a:lnSpc>
              <a:spcBef>
                <a:spcPts val="375"/>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6pPr>
            <a:lvl7pPr marL="2228850" indent="-171450" algn="l" defTabSz="685800" rtl="0" eaLnBrk="1" latinLnBrk="0" hangingPunct="1">
              <a:lnSpc>
                <a:spcPct val="90000"/>
              </a:lnSpc>
              <a:spcBef>
                <a:spcPts val="375"/>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7pPr>
            <a:lvl8pPr marL="2571750" indent="-171450" algn="l" defTabSz="685800" rtl="0" eaLnBrk="1" latinLnBrk="0" hangingPunct="1">
              <a:lnSpc>
                <a:spcPct val="90000"/>
              </a:lnSpc>
              <a:spcBef>
                <a:spcPts val="375"/>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8pPr>
            <a:lvl9pPr marL="2914650" indent="-171450" algn="l" defTabSz="685800" rtl="0" eaLnBrk="1" latinLnBrk="0" hangingPunct="1">
              <a:lnSpc>
                <a:spcPct val="90000"/>
              </a:lnSpc>
              <a:spcBef>
                <a:spcPts val="375"/>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9pPr>
          </a:lstStyle>
          <a:p>
            <a:r>
              <a:rPr lang="en-US" altLang="zh-CN" b="1" dirty="0">
                <a:solidFill>
                  <a:srgbClr val="7030A0"/>
                </a:solidFill>
              </a:rPr>
              <a:t>Type synthesis </a:t>
            </a:r>
            <a:r>
              <a:rPr lang="en-US" altLang="zh-CN" dirty="0"/>
              <a:t>builds up the type of an expression from the types of its subexpressions. It requires names to be declared before they are used.</a:t>
            </a:r>
            <a:endParaRPr lang="zh-CN" altLang="en-US" dirty="0"/>
          </a:p>
        </p:txBody>
      </p:sp>
      <p:sp>
        <p:nvSpPr>
          <p:cNvPr id="6" name="内容占位符 2"/>
          <p:cNvSpPr txBox="1">
            <a:spLocks/>
          </p:cNvSpPr>
          <p:nvPr/>
        </p:nvSpPr>
        <p:spPr>
          <a:xfrm>
            <a:off x="828675" y="3954009"/>
            <a:ext cx="7486650" cy="617991"/>
          </a:xfrm>
          <a:prstGeom prst="rect">
            <a:avLst/>
          </a:prstGeom>
        </p:spPr>
        <p:txBody>
          <a:bodyPr vert="horz" lIns="0" tIns="45720" rIns="0" bIns="45720" rtlCol="0">
            <a:normAutofit/>
          </a:bodyPr>
          <a:lstStyle>
            <a:lvl1pPr marL="171450" indent="-171450" algn="l" defTabSz="685800" rtl="0" eaLnBrk="1" latinLnBrk="0" hangingPunct="1">
              <a:lnSpc>
                <a:spcPct val="90000"/>
              </a:lnSpc>
              <a:spcBef>
                <a:spcPts val="1350"/>
              </a:spcBef>
              <a:buFont typeface="Wingdings" panose="05000000000000000000" pitchFamily="2" charset="2"/>
              <a:buChar char="§"/>
              <a:defRPr sz="1500" kern="1200">
                <a:solidFill>
                  <a:schemeClr val="tx1"/>
                </a:solidFill>
                <a:latin typeface="微软雅黑" panose="020B0503020204020204" pitchFamily="34" charset="-122"/>
                <a:ea typeface="微软雅黑" panose="020B0503020204020204" pitchFamily="34" charset="-122"/>
                <a:cs typeface="+mn-cs"/>
              </a:defRPr>
            </a:lvl1pPr>
            <a:lvl2pPr marL="514350" indent="-171450" algn="l" defTabSz="685800" rtl="0" eaLnBrk="1" latinLnBrk="0" hangingPunct="1">
              <a:lnSpc>
                <a:spcPct val="90000"/>
              </a:lnSpc>
              <a:spcBef>
                <a:spcPts val="450"/>
              </a:spcBef>
              <a:buFont typeface="Wingdings" panose="05000000000000000000" pitchFamily="2" charset="2"/>
              <a:buChar char="§"/>
              <a:defRPr sz="1200" kern="1200">
                <a:solidFill>
                  <a:schemeClr val="tx1"/>
                </a:solidFill>
                <a:latin typeface="微软雅黑" panose="020B0503020204020204" pitchFamily="34" charset="-122"/>
                <a:ea typeface="微软雅黑" panose="020B0503020204020204" pitchFamily="34" charset="-122"/>
                <a:cs typeface="+mn-cs"/>
              </a:defRPr>
            </a:lvl2pPr>
            <a:lvl3pPr marL="857250" indent="-171450" algn="l" defTabSz="685800" rtl="0" eaLnBrk="1" latinLnBrk="0" hangingPunct="1">
              <a:lnSpc>
                <a:spcPct val="90000"/>
              </a:lnSpc>
              <a:spcBef>
                <a:spcPts val="450"/>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3pPr>
            <a:lvl4pPr marL="1200150" indent="-171450" algn="l" defTabSz="685800" rtl="0" eaLnBrk="1" latinLnBrk="0" hangingPunct="1">
              <a:lnSpc>
                <a:spcPct val="90000"/>
              </a:lnSpc>
              <a:spcBef>
                <a:spcPts val="450"/>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4pPr>
            <a:lvl5pPr marL="1543050" indent="-171450" algn="l" defTabSz="685800" rtl="0" eaLnBrk="1" latinLnBrk="0" hangingPunct="1">
              <a:lnSpc>
                <a:spcPct val="90000"/>
              </a:lnSpc>
              <a:spcBef>
                <a:spcPts val="450"/>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5pPr>
            <a:lvl6pPr marL="1885950" indent="-171450" algn="l" defTabSz="685800" rtl="0" eaLnBrk="1" latinLnBrk="0" hangingPunct="1">
              <a:lnSpc>
                <a:spcPct val="90000"/>
              </a:lnSpc>
              <a:spcBef>
                <a:spcPts val="375"/>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6pPr>
            <a:lvl7pPr marL="2228850" indent="-171450" algn="l" defTabSz="685800" rtl="0" eaLnBrk="1" latinLnBrk="0" hangingPunct="1">
              <a:lnSpc>
                <a:spcPct val="90000"/>
              </a:lnSpc>
              <a:spcBef>
                <a:spcPts val="375"/>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7pPr>
            <a:lvl8pPr marL="2571750" indent="-171450" algn="l" defTabSz="685800" rtl="0" eaLnBrk="1" latinLnBrk="0" hangingPunct="1">
              <a:lnSpc>
                <a:spcPct val="90000"/>
              </a:lnSpc>
              <a:spcBef>
                <a:spcPts val="375"/>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8pPr>
            <a:lvl9pPr marL="2914650" indent="-171450" algn="l" defTabSz="685800" rtl="0" eaLnBrk="1" latinLnBrk="0" hangingPunct="1">
              <a:lnSpc>
                <a:spcPct val="90000"/>
              </a:lnSpc>
              <a:spcBef>
                <a:spcPts val="375"/>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9pPr>
          </a:lstStyle>
          <a:p>
            <a:r>
              <a:rPr lang="en-US" altLang="zh-CN" b="1" dirty="0">
                <a:solidFill>
                  <a:srgbClr val="7030A0"/>
                </a:solidFill>
              </a:rPr>
              <a:t>Type inference </a:t>
            </a:r>
            <a:r>
              <a:rPr lang="en-US" altLang="zh-CN" dirty="0"/>
              <a:t>determines the type of a language construct from the way it is used.</a:t>
            </a:r>
            <a:endParaRPr lang="zh-CN" altLang="en-US" dirty="0"/>
          </a:p>
        </p:txBody>
      </p:sp>
      <p:pic>
        <p:nvPicPr>
          <p:cNvPr id="7" name="图片 6"/>
          <p:cNvPicPr>
            <a:picLocks noChangeAspect="1"/>
          </p:cNvPicPr>
          <p:nvPr/>
        </p:nvPicPr>
        <p:blipFill>
          <a:blip r:embed="rId2"/>
          <a:stretch>
            <a:fillRect/>
          </a:stretch>
        </p:blipFill>
        <p:spPr>
          <a:xfrm>
            <a:off x="2340817" y="2623456"/>
            <a:ext cx="3780552" cy="733540"/>
          </a:xfrm>
          <a:prstGeom prst="rect">
            <a:avLst/>
          </a:prstGeom>
        </p:spPr>
      </p:pic>
      <p:pic>
        <p:nvPicPr>
          <p:cNvPr id="8" name="图片 7"/>
          <p:cNvPicPr>
            <a:picLocks noChangeAspect="1"/>
          </p:cNvPicPr>
          <p:nvPr/>
        </p:nvPicPr>
        <p:blipFill>
          <a:blip r:embed="rId3"/>
          <a:stretch>
            <a:fillRect/>
          </a:stretch>
        </p:blipFill>
        <p:spPr>
          <a:xfrm>
            <a:off x="2080628" y="4367665"/>
            <a:ext cx="5471048" cy="707572"/>
          </a:xfrm>
          <a:prstGeom prst="rect">
            <a:avLst/>
          </a:prstGeom>
        </p:spPr>
      </p:pic>
    </p:spTree>
    <p:extLst>
      <p:ext uri="{BB962C8B-B14F-4D97-AF65-F5344CB8AC3E}">
        <p14:creationId xmlns:p14="http://schemas.microsoft.com/office/powerpoint/2010/main" val="289105763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7.5 Type checking-Type Conversions</a:t>
            </a:r>
            <a:endParaRPr lang="zh-CN" altLang="en-US" dirty="0"/>
          </a:p>
        </p:txBody>
      </p:sp>
      <p:sp>
        <p:nvSpPr>
          <p:cNvPr id="3" name="内容占位符 2"/>
          <p:cNvSpPr>
            <a:spLocks noGrp="1"/>
          </p:cNvSpPr>
          <p:nvPr>
            <p:ph idx="1"/>
          </p:nvPr>
        </p:nvSpPr>
        <p:spPr>
          <a:xfrm>
            <a:off x="828675" y="1600200"/>
            <a:ext cx="7486650" cy="1404257"/>
          </a:xfrm>
        </p:spPr>
        <p:txBody>
          <a:bodyPr>
            <a:normAutofit/>
          </a:bodyPr>
          <a:lstStyle/>
          <a:p>
            <a:r>
              <a:rPr lang="en-US" altLang="zh-CN" dirty="0"/>
              <a:t>Consider expressions like </a:t>
            </a:r>
            <a:r>
              <a:rPr lang="en-US" altLang="zh-CN" b="1" i="1" dirty="0">
                <a:solidFill>
                  <a:srgbClr val="7030A0"/>
                </a:solidFill>
              </a:rPr>
              <a:t>x + </a:t>
            </a:r>
            <a:r>
              <a:rPr lang="en-US" altLang="zh-CN" b="1" i="1" dirty="0" err="1">
                <a:solidFill>
                  <a:srgbClr val="7030A0"/>
                </a:solidFill>
              </a:rPr>
              <a:t>i</a:t>
            </a:r>
            <a:r>
              <a:rPr lang="en-US" altLang="zh-CN" dirty="0"/>
              <a:t>, where </a:t>
            </a:r>
            <a:r>
              <a:rPr lang="en-US" altLang="zh-CN" b="1" i="1" dirty="0">
                <a:solidFill>
                  <a:srgbClr val="7030A0"/>
                </a:solidFill>
              </a:rPr>
              <a:t>x</a:t>
            </a:r>
            <a:r>
              <a:rPr lang="en-US" altLang="zh-CN" dirty="0"/>
              <a:t> is of type float and</a:t>
            </a:r>
            <a:r>
              <a:rPr lang="en-US" altLang="zh-CN" i="1" dirty="0">
                <a:solidFill>
                  <a:srgbClr val="7030A0"/>
                </a:solidFill>
              </a:rPr>
              <a:t> </a:t>
            </a:r>
            <a:r>
              <a:rPr lang="en-US" altLang="zh-CN" i="1" dirty="0" err="1">
                <a:solidFill>
                  <a:srgbClr val="7030A0"/>
                </a:solidFill>
              </a:rPr>
              <a:t>i</a:t>
            </a:r>
            <a:r>
              <a:rPr lang="en-US" altLang="zh-CN" i="1" dirty="0">
                <a:solidFill>
                  <a:srgbClr val="7030A0"/>
                </a:solidFill>
              </a:rPr>
              <a:t> </a:t>
            </a:r>
            <a:r>
              <a:rPr lang="en-US" altLang="zh-CN" dirty="0"/>
              <a:t>is of type integer. Since the representation of integers and floating-point numbers is different within a computer and different machine instructions are used for operations on integers and floats, the compiler may need to convert one of the operands of </a:t>
            </a:r>
            <a:r>
              <a:rPr lang="en-US" altLang="zh-CN" b="1" dirty="0">
                <a:solidFill>
                  <a:srgbClr val="7030A0"/>
                </a:solidFill>
              </a:rPr>
              <a:t>+</a:t>
            </a:r>
            <a:r>
              <a:rPr lang="en-US" altLang="zh-CN" dirty="0"/>
              <a:t> to ensure that both operands are of the same type when the addition occurs.</a:t>
            </a:r>
            <a:endParaRPr lang="zh-CN" altLang="en-US" dirty="0"/>
          </a:p>
        </p:txBody>
      </p:sp>
      <p:pic>
        <p:nvPicPr>
          <p:cNvPr id="4" name="图片 3"/>
          <p:cNvPicPr>
            <a:picLocks noChangeAspect="1"/>
          </p:cNvPicPr>
          <p:nvPr/>
        </p:nvPicPr>
        <p:blipFill>
          <a:blip r:embed="rId2"/>
          <a:stretch>
            <a:fillRect/>
          </a:stretch>
        </p:blipFill>
        <p:spPr>
          <a:xfrm>
            <a:off x="3365726" y="2814637"/>
            <a:ext cx="2175103" cy="766763"/>
          </a:xfrm>
          <a:prstGeom prst="rect">
            <a:avLst/>
          </a:prstGeom>
        </p:spPr>
      </p:pic>
      <p:pic>
        <p:nvPicPr>
          <p:cNvPr id="9" name="图片 8"/>
          <p:cNvPicPr>
            <a:picLocks noChangeAspect="1"/>
          </p:cNvPicPr>
          <p:nvPr/>
        </p:nvPicPr>
        <p:blipFill>
          <a:blip r:embed="rId3"/>
          <a:stretch>
            <a:fillRect/>
          </a:stretch>
        </p:blipFill>
        <p:spPr>
          <a:xfrm>
            <a:off x="1514814" y="3873953"/>
            <a:ext cx="6354991" cy="1264103"/>
          </a:xfrm>
          <a:prstGeom prst="rect">
            <a:avLst/>
          </a:prstGeom>
        </p:spPr>
      </p:pic>
    </p:spTree>
    <p:extLst>
      <p:ext uri="{BB962C8B-B14F-4D97-AF65-F5344CB8AC3E}">
        <p14:creationId xmlns:p14="http://schemas.microsoft.com/office/powerpoint/2010/main" val="45869412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7.5 Type checking-Type Conversions</a:t>
            </a:r>
            <a:endParaRPr lang="zh-CN" altLang="en-US" dirty="0"/>
          </a:p>
        </p:txBody>
      </p:sp>
      <p:sp>
        <p:nvSpPr>
          <p:cNvPr id="3" name="内容占位符 2"/>
          <p:cNvSpPr>
            <a:spLocks noGrp="1"/>
          </p:cNvSpPr>
          <p:nvPr>
            <p:ph idx="1"/>
          </p:nvPr>
        </p:nvSpPr>
        <p:spPr>
          <a:xfrm>
            <a:off x="828675" y="1600200"/>
            <a:ext cx="7486650" cy="1404257"/>
          </a:xfrm>
        </p:spPr>
        <p:txBody>
          <a:bodyPr>
            <a:normAutofit/>
          </a:bodyPr>
          <a:lstStyle/>
          <a:p>
            <a:r>
              <a:rPr lang="en-US" altLang="zh-CN" dirty="0"/>
              <a:t>Type conversion rules vary from language to language. The rules for Java in the following figure distinguish between </a:t>
            </a:r>
            <a:r>
              <a:rPr lang="en-US" altLang="zh-CN" b="1" dirty="0">
                <a:solidFill>
                  <a:srgbClr val="7030A0"/>
                </a:solidFill>
              </a:rPr>
              <a:t>widening</a:t>
            </a:r>
            <a:r>
              <a:rPr lang="en-US" altLang="zh-CN" dirty="0"/>
              <a:t> conversions, which are intended to preserve information, and </a:t>
            </a:r>
            <a:r>
              <a:rPr lang="en-US" altLang="zh-CN" b="1" dirty="0">
                <a:solidFill>
                  <a:srgbClr val="7030A0"/>
                </a:solidFill>
              </a:rPr>
              <a:t>narrowing</a:t>
            </a:r>
            <a:r>
              <a:rPr lang="en-US" altLang="zh-CN" dirty="0">
                <a:solidFill>
                  <a:srgbClr val="7030A0"/>
                </a:solidFill>
              </a:rPr>
              <a:t> </a:t>
            </a:r>
            <a:r>
              <a:rPr lang="en-US" altLang="zh-CN" dirty="0"/>
              <a:t>conversions, which can lose information.</a:t>
            </a:r>
            <a:endParaRPr lang="zh-CN" altLang="en-US" dirty="0"/>
          </a:p>
        </p:txBody>
      </p:sp>
      <p:pic>
        <p:nvPicPr>
          <p:cNvPr id="5" name="图片 4"/>
          <p:cNvPicPr>
            <a:picLocks noChangeAspect="1"/>
          </p:cNvPicPr>
          <p:nvPr/>
        </p:nvPicPr>
        <p:blipFill>
          <a:blip r:embed="rId2"/>
          <a:stretch>
            <a:fillRect/>
          </a:stretch>
        </p:blipFill>
        <p:spPr>
          <a:xfrm>
            <a:off x="2137793" y="2708501"/>
            <a:ext cx="4867275" cy="3248025"/>
          </a:xfrm>
          <a:prstGeom prst="rect">
            <a:avLst/>
          </a:prstGeom>
        </p:spPr>
      </p:pic>
    </p:spTree>
    <p:extLst>
      <p:ext uri="{BB962C8B-B14F-4D97-AF65-F5344CB8AC3E}">
        <p14:creationId xmlns:p14="http://schemas.microsoft.com/office/powerpoint/2010/main" val="223524852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7.5 Type checking-Type Conversions</a:t>
            </a:r>
            <a:endParaRPr lang="zh-CN" altLang="en-US" dirty="0"/>
          </a:p>
        </p:txBody>
      </p:sp>
      <p:pic>
        <p:nvPicPr>
          <p:cNvPr id="6" name="图片 5"/>
          <p:cNvPicPr>
            <a:picLocks noChangeAspect="1"/>
          </p:cNvPicPr>
          <p:nvPr/>
        </p:nvPicPr>
        <p:blipFill>
          <a:blip r:embed="rId2"/>
          <a:stretch>
            <a:fillRect/>
          </a:stretch>
        </p:blipFill>
        <p:spPr>
          <a:xfrm>
            <a:off x="922564" y="1709058"/>
            <a:ext cx="3771900" cy="2590800"/>
          </a:xfrm>
          <a:prstGeom prst="rect">
            <a:avLst/>
          </a:prstGeom>
        </p:spPr>
      </p:pic>
      <p:pic>
        <p:nvPicPr>
          <p:cNvPr id="7" name="图片 6"/>
          <p:cNvPicPr>
            <a:picLocks noChangeAspect="1"/>
          </p:cNvPicPr>
          <p:nvPr/>
        </p:nvPicPr>
        <p:blipFill>
          <a:blip r:embed="rId3"/>
          <a:stretch>
            <a:fillRect/>
          </a:stretch>
        </p:blipFill>
        <p:spPr>
          <a:xfrm>
            <a:off x="3666444" y="4702629"/>
            <a:ext cx="4772025" cy="1676400"/>
          </a:xfrm>
          <a:prstGeom prst="rect">
            <a:avLst/>
          </a:prstGeom>
        </p:spPr>
      </p:pic>
    </p:spTree>
    <p:extLst>
      <p:ext uri="{BB962C8B-B14F-4D97-AF65-F5344CB8AC3E}">
        <p14:creationId xmlns:p14="http://schemas.microsoft.com/office/powerpoint/2010/main" val="330609153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7.6 Control Flow – Introduction</a:t>
            </a:r>
            <a:endParaRPr lang="zh-CN" altLang="en-US" dirty="0"/>
          </a:p>
        </p:txBody>
      </p:sp>
      <p:pic>
        <p:nvPicPr>
          <p:cNvPr id="3" name="图片 2"/>
          <p:cNvPicPr>
            <a:picLocks noChangeAspect="1"/>
          </p:cNvPicPr>
          <p:nvPr/>
        </p:nvPicPr>
        <p:blipFill>
          <a:blip r:embed="rId2"/>
          <a:stretch>
            <a:fillRect/>
          </a:stretch>
        </p:blipFill>
        <p:spPr>
          <a:xfrm>
            <a:off x="329408" y="1617208"/>
            <a:ext cx="7984779" cy="3499077"/>
          </a:xfrm>
          <a:prstGeom prst="rect">
            <a:avLst/>
          </a:prstGeom>
        </p:spPr>
      </p:pic>
      <p:cxnSp>
        <p:nvCxnSpPr>
          <p:cNvPr id="5" name="直接连接符 4"/>
          <p:cNvCxnSpPr/>
          <p:nvPr/>
        </p:nvCxnSpPr>
        <p:spPr>
          <a:xfrm flipV="1">
            <a:off x="1088571" y="2960914"/>
            <a:ext cx="2329543" cy="10886"/>
          </a:xfrm>
          <a:prstGeom prst="line">
            <a:avLst/>
          </a:prstGeom>
          <a:ln/>
        </p:spPr>
        <p:style>
          <a:lnRef idx="2">
            <a:schemeClr val="accent5"/>
          </a:lnRef>
          <a:fillRef idx="0">
            <a:schemeClr val="accent5"/>
          </a:fillRef>
          <a:effectRef idx="1">
            <a:schemeClr val="accent5"/>
          </a:effectRef>
          <a:fontRef idx="minor">
            <a:schemeClr val="tx1"/>
          </a:fontRef>
        </p:style>
      </p:cxnSp>
      <p:cxnSp>
        <p:nvCxnSpPr>
          <p:cNvPr id="8" name="直接连接符 7"/>
          <p:cNvCxnSpPr/>
          <p:nvPr/>
        </p:nvCxnSpPr>
        <p:spPr>
          <a:xfrm flipV="1">
            <a:off x="1088570" y="4463142"/>
            <a:ext cx="2329543" cy="10886"/>
          </a:xfrm>
          <a:prstGeom prst="line">
            <a:avLst/>
          </a:prstGeom>
          <a:ln/>
        </p:spPr>
        <p:style>
          <a:lnRef idx="2">
            <a:schemeClr val="accent5"/>
          </a:lnRef>
          <a:fillRef idx="0">
            <a:schemeClr val="accent5"/>
          </a:fillRef>
          <a:effectRef idx="1">
            <a:schemeClr val="accent5"/>
          </a:effectRef>
          <a:fontRef idx="minor">
            <a:schemeClr val="tx1"/>
          </a:fontRef>
        </p:style>
      </p:cxnSp>
    </p:spTree>
    <p:extLst>
      <p:ext uri="{BB962C8B-B14F-4D97-AF65-F5344CB8AC3E}">
        <p14:creationId xmlns:p14="http://schemas.microsoft.com/office/powerpoint/2010/main" val="370039654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7.6 Control Flow – Boolean Expressions</a:t>
            </a:r>
            <a:endParaRPr lang="zh-CN" altLang="en-US" dirty="0"/>
          </a:p>
        </p:txBody>
      </p:sp>
      <p:pic>
        <p:nvPicPr>
          <p:cNvPr id="4" name="图片 3"/>
          <p:cNvPicPr>
            <a:picLocks noChangeAspect="1"/>
          </p:cNvPicPr>
          <p:nvPr/>
        </p:nvPicPr>
        <p:blipFill>
          <a:blip r:embed="rId2"/>
          <a:stretch>
            <a:fillRect/>
          </a:stretch>
        </p:blipFill>
        <p:spPr>
          <a:xfrm>
            <a:off x="1277710" y="1364633"/>
            <a:ext cx="6000750" cy="457200"/>
          </a:xfrm>
          <a:prstGeom prst="rect">
            <a:avLst/>
          </a:prstGeom>
        </p:spPr>
      </p:pic>
      <p:sp>
        <p:nvSpPr>
          <p:cNvPr id="6" name="矩形 5"/>
          <p:cNvSpPr/>
          <p:nvPr/>
        </p:nvSpPr>
        <p:spPr>
          <a:xfrm>
            <a:off x="980394" y="1884847"/>
            <a:ext cx="7182072" cy="1200329"/>
          </a:xfrm>
          <a:prstGeom prst="rect">
            <a:avLst/>
          </a:prstGeom>
        </p:spPr>
        <p:txBody>
          <a:bodyPr wrap="square">
            <a:spAutoFit/>
          </a:bodyPr>
          <a:lstStyle/>
          <a:p>
            <a:r>
              <a:rPr lang="en-US" altLang="zh-CN" dirty="0"/>
              <a:t>In </a:t>
            </a:r>
            <a:r>
              <a:rPr lang="en-US" altLang="zh-CN" b="1" dirty="0">
                <a:solidFill>
                  <a:srgbClr val="7030A0"/>
                </a:solidFill>
              </a:rPr>
              <a:t>short-circuit (or jumping) </a:t>
            </a:r>
            <a:r>
              <a:rPr lang="en-US" altLang="zh-CN" dirty="0"/>
              <a:t>code, the Boolean operators </a:t>
            </a:r>
            <a:r>
              <a:rPr lang="en-US" altLang="zh-CN" dirty="0">
                <a:solidFill>
                  <a:srgbClr val="7030A0"/>
                </a:solidFill>
              </a:rPr>
              <a:t>&amp;&amp;</a:t>
            </a:r>
            <a:r>
              <a:rPr lang="en-US" altLang="zh-CN" dirty="0"/>
              <a:t>, </a:t>
            </a:r>
            <a:r>
              <a:rPr lang="en-US" altLang="zh-CN" b="1" dirty="0">
                <a:solidFill>
                  <a:srgbClr val="7030A0"/>
                </a:solidFill>
              </a:rPr>
              <a:t>||</a:t>
            </a:r>
            <a:r>
              <a:rPr lang="en-US" altLang="zh-CN" dirty="0"/>
              <a:t>, and </a:t>
            </a:r>
            <a:r>
              <a:rPr lang="en-US" altLang="zh-CN" b="1" dirty="0">
                <a:solidFill>
                  <a:srgbClr val="7030A0"/>
                </a:solidFill>
              </a:rPr>
              <a:t>!</a:t>
            </a:r>
            <a:r>
              <a:rPr lang="en-US" altLang="zh-CN" dirty="0"/>
              <a:t> translate into jumps. The operators themselves do not appear in the code; Instead, the value of a Boolean expression is represented by a position in the code sequence.</a:t>
            </a:r>
            <a:endParaRPr lang="zh-CN" altLang="en-US" dirty="0"/>
          </a:p>
        </p:txBody>
      </p:sp>
      <p:pic>
        <p:nvPicPr>
          <p:cNvPr id="9" name="图片 8"/>
          <p:cNvPicPr>
            <a:picLocks noChangeAspect="1"/>
          </p:cNvPicPr>
          <p:nvPr/>
        </p:nvPicPr>
        <p:blipFill>
          <a:blip r:embed="rId3"/>
          <a:stretch>
            <a:fillRect/>
          </a:stretch>
        </p:blipFill>
        <p:spPr>
          <a:xfrm>
            <a:off x="1453922" y="3148190"/>
            <a:ext cx="6410325" cy="3590925"/>
          </a:xfrm>
          <a:prstGeom prst="rect">
            <a:avLst/>
          </a:prstGeom>
        </p:spPr>
      </p:pic>
    </p:spTree>
    <p:extLst>
      <p:ext uri="{BB962C8B-B14F-4D97-AF65-F5344CB8AC3E}">
        <p14:creationId xmlns:p14="http://schemas.microsoft.com/office/powerpoint/2010/main" val="333665454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7.5 Control Flow – Flow-of-Control Statements</a:t>
            </a:r>
            <a:endParaRPr lang="zh-CN" altLang="en-US" dirty="0"/>
          </a:p>
        </p:txBody>
      </p:sp>
      <p:pic>
        <p:nvPicPr>
          <p:cNvPr id="3" name="图片 2"/>
          <p:cNvPicPr>
            <a:picLocks noChangeAspect="1"/>
          </p:cNvPicPr>
          <p:nvPr/>
        </p:nvPicPr>
        <p:blipFill>
          <a:blip r:embed="rId2"/>
          <a:stretch>
            <a:fillRect/>
          </a:stretch>
        </p:blipFill>
        <p:spPr>
          <a:xfrm>
            <a:off x="1042361" y="1327710"/>
            <a:ext cx="6467475" cy="1438275"/>
          </a:xfrm>
          <a:prstGeom prst="rect">
            <a:avLst/>
          </a:prstGeom>
        </p:spPr>
      </p:pic>
      <p:pic>
        <p:nvPicPr>
          <p:cNvPr id="5" name="图片 4"/>
          <p:cNvPicPr>
            <a:picLocks noChangeAspect="1"/>
          </p:cNvPicPr>
          <p:nvPr/>
        </p:nvPicPr>
        <p:blipFill>
          <a:blip r:embed="rId3"/>
          <a:stretch>
            <a:fillRect/>
          </a:stretch>
        </p:blipFill>
        <p:spPr>
          <a:xfrm>
            <a:off x="1672428" y="2920533"/>
            <a:ext cx="5207343" cy="3937467"/>
          </a:xfrm>
          <a:prstGeom prst="rect">
            <a:avLst/>
          </a:prstGeom>
        </p:spPr>
      </p:pic>
    </p:spTree>
    <p:extLst>
      <p:ext uri="{BB962C8B-B14F-4D97-AF65-F5344CB8AC3E}">
        <p14:creationId xmlns:p14="http://schemas.microsoft.com/office/powerpoint/2010/main" val="244958671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7.6 Control Flow – Flow-of-Control Statements</a:t>
            </a:r>
            <a:endParaRPr lang="zh-CN" altLang="en-US" dirty="0"/>
          </a:p>
        </p:txBody>
      </p:sp>
      <p:pic>
        <p:nvPicPr>
          <p:cNvPr id="4" name="图片 3"/>
          <p:cNvPicPr>
            <a:picLocks noChangeAspect="1"/>
          </p:cNvPicPr>
          <p:nvPr/>
        </p:nvPicPr>
        <p:blipFill>
          <a:blip r:embed="rId2"/>
          <a:stretch>
            <a:fillRect/>
          </a:stretch>
        </p:blipFill>
        <p:spPr>
          <a:xfrm>
            <a:off x="1426029" y="1576911"/>
            <a:ext cx="4659086" cy="5174273"/>
          </a:xfrm>
          <a:prstGeom prst="rect">
            <a:avLst/>
          </a:prstGeom>
        </p:spPr>
      </p:pic>
    </p:spTree>
    <p:extLst>
      <p:ext uri="{BB962C8B-B14F-4D97-AF65-F5344CB8AC3E}">
        <p14:creationId xmlns:p14="http://schemas.microsoft.com/office/powerpoint/2010/main" val="167276676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7.6 Control Flow – Translation of Boolean Expressions</a:t>
            </a:r>
            <a:endParaRPr lang="zh-CN" altLang="en-US" dirty="0"/>
          </a:p>
        </p:txBody>
      </p:sp>
      <p:pic>
        <p:nvPicPr>
          <p:cNvPr id="4" name="图片 3"/>
          <p:cNvPicPr>
            <a:picLocks noChangeAspect="1"/>
          </p:cNvPicPr>
          <p:nvPr/>
        </p:nvPicPr>
        <p:blipFill>
          <a:blip r:embed="rId2"/>
          <a:stretch>
            <a:fillRect/>
          </a:stretch>
        </p:blipFill>
        <p:spPr>
          <a:xfrm>
            <a:off x="2093230" y="1494711"/>
            <a:ext cx="4956402" cy="4893162"/>
          </a:xfrm>
          <a:prstGeom prst="rect">
            <a:avLst/>
          </a:prstGeom>
        </p:spPr>
      </p:pic>
    </p:spTree>
    <p:extLst>
      <p:ext uri="{BB962C8B-B14F-4D97-AF65-F5344CB8AC3E}">
        <p14:creationId xmlns:p14="http://schemas.microsoft.com/office/powerpoint/2010/main" val="235286410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7.7 Switch- Statements</a:t>
            </a:r>
            <a:endParaRPr lang="zh-CN" altLang="en-US" dirty="0"/>
          </a:p>
        </p:txBody>
      </p:sp>
      <p:sp>
        <p:nvSpPr>
          <p:cNvPr id="3" name="内容占位符 2"/>
          <p:cNvSpPr>
            <a:spLocks noGrp="1"/>
          </p:cNvSpPr>
          <p:nvPr>
            <p:ph idx="1"/>
          </p:nvPr>
        </p:nvSpPr>
        <p:spPr>
          <a:xfrm>
            <a:off x="828675" y="1600200"/>
            <a:ext cx="4668611" cy="642257"/>
          </a:xfrm>
        </p:spPr>
        <p:txBody>
          <a:bodyPr/>
          <a:lstStyle/>
          <a:p>
            <a:r>
              <a:rPr lang="en-US" altLang="zh-CN" dirty="0"/>
              <a:t>The "switch" or "case" statement is available in a variety of languages</a:t>
            </a:r>
            <a:endParaRPr lang="zh-CN" altLang="en-US" dirty="0"/>
          </a:p>
        </p:txBody>
      </p:sp>
      <p:pic>
        <p:nvPicPr>
          <p:cNvPr id="4" name="图片 3"/>
          <p:cNvPicPr>
            <a:picLocks noChangeAspect="1"/>
          </p:cNvPicPr>
          <p:nvPr/>
        </p:nvPicPr>
        <p:blipFill>
          <a:blip r:embed="rId2"/>
          <a:stretch>
            <a:fillRect/>
          </a:stretch>
        </p:blipFill>
        <p:spPr>
          <a:xfrm>
            <a:off x="5868761" y="1456644"/>
            <a:ext cx="2152650" cy="1571625"/>
          </a:xfrm>
          <a:prstGeom prst="rect">
            <a:avLst/>
          </a:prstGeom>
        </p:spPr>
      </p:pic>
      <p:pic>
        <p:nvPicPr>
          <p:cNvPr id="5" name="图片 4"/>
          <p:cNvPicPr>
            <a:picLocks noChangeAspect="1"/>
          </p:cNvPicPr>
          <p:nvPr/>
        </p:nvPicPr>
        <p:blipFill>
          <a:blip r:embed="rId3"/>
          <a:stretch>
            <a:fillRect/>
          </a:stretch>
        </p:blipFill>
        <p:spPr>
          <a:xfrm>
            <a:off x="1004207" y="3455307"/>
            <a:ext cx="6438900" cy="1876425"/>
          </a:xfrm>
          <a:prstGeom prst="rect">
            <a:avLst/>
          </a:prstGeom>
        </p:spPr>
      </p:pic>
    </p:spTree>
    <p:extLst>
      <p:ext uri="{BB962C8B-B14F-4D97-AF65-F5344CB8AC3E}">
        <p14:creationId xmlns:p14="http://schemas.microsoft.com/office/powerpoint/2010/main" val="253476428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7.7 Switch- Statements</a:t>
            </a:r>
            <a:endParaRPr lang="zh-CN" altLang="en-US" dirty="0"/>
          </a:p>
        </p:txBody>
      </p:sp>
      <p:pic>
        <p:nvPicPr>
          <p:cNvPr id="7" name="图片 6"/>
          <p:cNvPicPr>
            <a:picLocks noChangeAspect="1"/>
          </p:cNvPicPr>
          <p:nvPr/>
        </p:nvPicPr>
        <p:blipFill>
          <a:blip r:embed="rId2"/>
          <a:stretch>
            <a:fillRect/>
          </a:stretch>
        </p:blipFill>
        <p:spPr>
          <a:xfrm>
            <a:off x="1022576" y="1505630"/>
            <a:ext cx="2962275" cy="4086225"/>
          </a:xfrm>
          <a:prstGeom prst="rect">
            <a:avLst/>
          </a:prstGeom>
        </p:spPr>
      </p:pic>
      <p:pic>
        <p:nvPicPr>
          <p:cNvPr id="8" name="图片 7"/>
          <p:cNvPicPr>
            <a:picLocks noChangeAspect="1"/>
          </p:cNvPicPr>
          <p:nvPr/>
        </p:nvPicPr>
        <p:blipFill>
          <a:blip r:embed="rId3"/>
          <a:stretch>
            <a:fillRect/>
          </a:stretch>
        </p:blipFill>
        <p:spPr>
          <a:xfrm>
            <a:off x="4454298" y="1505630"/>
            <a:ext cx="3457575" cy="3400425"/>
          </a:xfrm>
          <a:prstGeom prst="rect">
            <a:avLst/>
          </a:prstGeom>
        </p:spPr>
      </p:pic>
      <p:pic>
        <p:nvPicPr>
          <p:cNvPr id="9" name="图片 8"/>
          <p:cNvPicPr>
            <a:picLocks noChangeAspect="1"/>
          </p:cNvPicPr>
          <p:nvPr/>
        </p:nvPicPr>
        <p:blipFill>
          <a:blip r:embed="rId4"/>
          <a:stretch>
            <a:fillRect/>
          </a:stretch>
        </p:blipFill>
        <p:spPr>
          <a:xfrm>
            <a:off x="5011511" y="5238523"/>
            <a:ext cx="1581150" cy="1371600"/>
          </a:xfrm>
          <a:prstGeom prst="rect">
            <a:avLst/>
          </a:prstGeom>
        </p:spPr>
      </p:pic>
      <p:pic>
        <p:nvPicPr>
          <p:cNvPr id="10" name="图片 9"/>
          <p:cNvPicPr>
            <a:picLocks noChangeAspect="1"/>
          </p:cNvPicPr>
          <p:nvPr/>
        </p:nvPicPr>
        <p:blipFill>
          <a:blip r:embed="rId5"/>
          <a:stretch>
            <a:fillRect/>
          </a:stretch>
        </p:blipFill>
        <p:spPr>
          <a:xfrm>
            <a:off x="6852558" y="5781448"/>
            <a:ext cx="1533525" cy="285750"/>
          </a:xfrm>
          <a:prstGeom prst="rect">
            <a:avLst/>
          </a:prstGeom>
        </p:spPr>
      </p:pic>
    </p:spTree>
    <p:extLst>
      <p:ext uri="{BB962C8B-B14F-4D97-AF65-F5344CB8AC3E}">
        <p14:creationId xmlns:p14="http://schemas.microsoft.com/office/powerpoint/2010/main" val="399186165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7.8 </a:t>
            </a:r>
            <a:r>
              <a:rPr lang="it-IT" altLang="zh-CN" dirty="0"/>
              <a:t>Intermediate Code for Procedures</a:t>
            </a:r>
            <a:endParaRPr lang="zh-CN" altLang="en-US" dirty="0"/>
          </a:p>
        </p:txBody>
      </p:sp>
      <p:pic>
        <p:nvPicPr>
          <p:cNvPr id="3" name="图片 2"/>
          <p:cNvPicPr>
            <a:picLocks noChangeAspect="1"/>
          </p:cNvPicPr>
          <p:nvPr/>
        </p:nvPicPr>
        <p:blipFill>
          <a:blip r:embed="rId2"/>
          <a:stretch>
            <a:fillRect/>
          </a:stretch>
        </p:blipFill>
        <p:spPr>
          <a:xfrm>
            <a:off x="1373641" y="1550533"/>
            <a:ext cx="4829175" cy="2581275"/>
          </a:xfrm>
          <a:prstGeom prst="rect">
            <a:avLst/>
          </a:prstGeom>
        </p:spPr>
      </p:pic>
      <p:pic>
        <p:nvPicPr>
          <p:cNvPr id="4" name="图片 3"/>
          <p:cNvPicPr>
            <a:picLocks noChangeAspect="1"/>
          </p:cNvPicPr>
          <p:nvPr/>
        </p:nvPicPr>
        <p:blipFill>
          <a:blip r:embed="rId3"/>
          <a:stretch>
            <a:fillRect/>
          </a:stretch>
        </p:blipFill>
        <p:spPr>
          <a:xfrm>
            <a:off x="2126115" y="4589690"/>
            <a:ext cx="3324225" cy="1771650"/>
          </a:xfrm>
          <a:prstGeom prst="rect">
            <a:avLst/>
          </a:prstGeom>
        </p:spPr>
      </p:pic>
    </p:spTree>
    <p:extLst>
      <p:ext uri="{BB962C8B-B14F-4D97-AF65-F5344CB8AC3E}">
        <p14:creationId xmlns:p14="http://schemas.microsoft.com/office/powerpoint/2010/main" val="297925361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7.8 </a:t>
            </a:r>
            <a:r>
              <a:rPr lang="it-IT" altLang="zh-CN" dirty="0"/>
              <a:t>Intermediate Code for Procedures</a:t>
            </a:r>
            <a:endParaRPr lang="zh-CN" altLang="en-US" dirty="0"/>
          </a:p>
        </p:txBody>
      </p:sp>
      <p:pic>
        <p:nvPicPr>
          <p:cNvPr id="5" name="图片 4"/>
          <p:cNvPicPr>
            <a:picLocks noChangeAspect="1"/>
          </p:cNvPicPr>
          <p:nvPr/>
        </p:nvPicPr>
        <p:blipFill>
          <a:blip r:embed="rId2"/>
          <a:stretch>
            <a:fillRect/>
          </a:stretch>
        </p:blipFill>
        <p:spPr>
          <a:xfrm>
            <a:off x="1413893" y="1695450"/>
            <a:ext cx="6315075" cy="4533900"/>
          </a:xfrm>
          <a:prstGeom prst="rect">
            <a:avLst/>
          </a:prstGeom>
        </p:spPr>
      </p:pic>
    </p:spTree>
    <p:extLst>
      <p:ext uri="{BB962C8B-B14F-4D97-AF65-F5344CB8AC3E}">
        <p14:creationId xmlns:p14="http://schemas.microsoft.com/office/powerpoint/2010/main" val="95342590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7.8 </a:t>
            </a:r>
            <a:r>
              <a:rPr lang="it-IT" altLang="zh-CN" dirty="0"/>
              <a:t>Intermediate Code for Procedures</a:t>
            </a:r>
            <a:endParaRPr lang="zh-CN" altLang="en-US" dirty="0"/>
          </a:p>
        </p:txBody>
      </p:sp>
      <p:pic>
        <p:nvPicPr>
          <p:cNvPr id="3" name="图片 2"/>
          <p:cNvPicPr>
            <a:picLocks noChangeAspect="1"/>
          </p:cNvPicPr>
          <p:nvPr/>
        </p:nvPicPr>
        <p:blipFill>
          <a:blip r:embed="rId2"/>
          <a:stretch>
            <a:fillRect/>
          </a:stretch>
        </p:blipFill>
        <p:spPr>
          <a:xfrm>
            <a:off x="1414462" y="1852612"/>
            <a:ext cx="6315075" cy="3152775"/>
          </a:xfrm>
          <a:prstGeom prst="rect">
            <a:avLst/>
          </a:prstGeom>
        </p:spPr>
      </p:pic>
    </p:spTree>
    <p:extLst>
      <p:ext uri="{BB962C8B-B14F-4D97-AF65-F5344CB8AC3E}">
        <p14:creationId xmlns:p14="http://schemas.microsoft.com/office/powerpoint/2010/main" val="267101860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theme/theme1.xml><?xml version="1.0" encoding="utf-8"?>
<a:theme xmlns:a="http://schemas.openxmlformats.org/drawingml/2006/main" name="学术文献 16x9">
  <a:themeElements>
    <a:clrScheme name="Academic Literature">
      <a:dk1>
        <a:srgbClr val="514843"/>
      </a:dk1>
      <a:lt1>
        <a:srgbClr val="FFFFFF"/>
      </a:lt1>
      <a:dk2>
        <a:srgbClr val="000000"/>
      </a:dk2>
      <a:lt2>
        <a:srgbClr val="FFFFF3"/>
      </a:lt2>
      <a:accent1>
        <a:srgbClr val="514843"/>
      </a:accent1>
      <a:accent2>
        <a:srgbClr val="6D7D66"/>
      </a:accent2>
      <a:accent3>
        <a:srgbClr val="525A6A"/>
      </a:accent3>
      <a:accent4>
        <a:srgbClr val="827266"/>
      </a:accent4>
      <a:accent5>
        <a:srgbClr val="AE9A7E"/>
      </a:accent5>
      <a:accent6>
        <a:srgbClr val="A8A39E"/>
      </a:accent6>
      <a:hlink>
        <a:srgbClr val="59704F"/>
      </a:hlink>
      <a:folHlink>
        <a:srgbClr val="A8A39E"/>
      </a:folHlink>
    </a:clrScheme>
    <a:fontScheme name="Plantagenet Cherokee-Euphemia">
      <a:majorFont>
        <a:latin typeface="Plantagenet Cherokee"/>
        <a:ea typeface=""/>
        <a:cs typeface=""/>
      </a:majorFont>
      <a:minorFont>
        <a:latin typeface="Euphemia"/>
        <a:ea typeface=""/>
        <a:cs typeface=""/>
      </a:minorFont>
    </a:fontScheme>
    <a:fmtScheme name="AcademicLiterature">
      <a:fillStyleLst>
        <a:solidFill>
          <a:schemeClr val="phClr"/>
        </a:solidFill>
        <a:gradFill rotWithShape="1">
          <a:gsLst>
            <a:gs pos="0">
              <a:schemeClr val="phClr">
                <a:tint val="58000"/>
                <a:satMod val="300000"/>
              </a:schemeClr>
            </a:gs>
            <a:gs pos="100000">
              <a:schemeClr val="phClr">
                <a:tint val="68000"/>
                <a:satMod val="300000"/>
              </a:schemeClr>
            </a:gs>
          </a:gsLst>
          <a:path path="rect">
            <a:fillToRect l="50000" t="50000" r="50000" b="50000"/>
          </a:path>
        </a:gradFill>
        <a:gradFill rotWithShape="1">
          <a:gsLst>
            <a:gs pos="0">
              <a:schemeClr val="phClr">
                <a:shade val="100000"/>
                <a:satMod val="137000"/>
              </a:schemeClr>
            </a:gs>
            <a:gs pos="71000">
              <a:schemeClr val="phClr">
                <a:shade val="98000"/>
                <a:satMod val="137000"/>
              </a:schemeClr>
            </a:gs>
            <a:gs pos="100000">
              <a:schemeClr val="phClr">
                <a:shade val="75000"/>
                <a:satMod val="137000"/>
              </a:schemeClr>
            </a:gs>
          </a:gsLst>
          <a:path path="rect">
            <a:fillToRect l="50000" t="50000" r="50000" b="50000"/>
          </a:path>
        </a:gradFill>
      </a:fillStyleLst>
      <a:lnStyleLst>
        <a:ln w="6350" cap="rnd" cmpd="sng" algn="ctr">
          <a:solidFill>
            <a:schemeClr val="phClr">
              <a:shade val="95000"/>
              <a:satMod val="105000"/>
            </a:schemeClr>
          </a:solidFill>
          <a:prstDash val="solid"/>
        </a:ln>
        <a:ln w="48000" cap="flat" cmpd="thickThin" algn="ctr">
          <a:solidFill>
            <a:schemeClr val="phClr"/>
          </a:solidFill>
          <a:prstDash val="solid"/>
        </a:ln>
        <a:ln w="48500" cap="flat" cmpd="thickThin" algn="ctr">
          <a:solidFill>
            <a:schemeClr val="phClr"/>
          </a:solidFill>
          <a:prstDash val="solid"/>
        </a:ln>
      </a:lnStyleLst>
      <a:effectStyleLst>
        <a:effectStyle>
          <a:effectLst>
            <a:outerShdw blurRad="45000" dist="25000" dir="5400000" rotWithShape="0">
              <a:srgbClr val="000000">
                <a:alpha val="38000"/>
              </a:srgbClr>
            </a:outerShdw>
          </a:effectLst>
        </a:effectStyle>
        <a:effectStyle>
          <a:effectLst>
            <a:outerShdw blurRad="39000" dist="25400" dir="5400000" rotWithShape="0">
              <a:srgbClr val="000000">
                <a:alpha val="38000"/>
              </a:srgbClr>
            </a:outerShdw>
          </a:effectLst>
        </a:effectStyle>
        <a:effectStyle>
          <a:effectLst>
            <a:outerShdw blurRad="39000" dist="25400" dir="5400000" rotWithShape="0">
              <a:srgbClr val="000000">
                <a:alpha val="38000"/>
              </a:srgbClr>
            </a:outerShdw>
          </a:effectLst>
          <a:scene3d>
            <a:camera prst="orthographicFront">
              <a:rot lat="0" lon="0" rev="0"/>
            </a:camera>
            <a:lightRig rig="threePt" dir="t">
              <a:rot lat="0" lon="0" rev="1800000"/>
            </a:lightRig>
          </a:scene3d>
          <a:sp3d prstMaterial="matte">
            <a:bevelT h="20000"/>
          </a:sp3d>
        </a:effectStyle>
      </a:effectStyleLst>
      <a:bgFillStyleLst>
        <a:solidFill>
          <a:schemeClr val="phClr"/>
        </a:solidFill>
        <a:gradFill rotWithShape="1">
          <a:gsLst>
            <a:gs pos="0">
              <a:schemeClr val="phClr">
                <a:tint val="80000"/>
                <a:satMod val="300000"/>
              </a:schemeClr>
            </a:gs>
            <a:gs pos="100000">
              <a:schemeClr val="phClr">
                <a:shade val="90000"/>
                <a:alpha val="80000"/>
                <a:satMod val="200000"/>
              </a:schemeClr>
            </a:gs>
          </a:gsLst>
          <a:path path="rect">
            <a:fillToRect l="20000" t="20000" r="20000" b="20000"/>
          </a:path>
        </a:gradFill>
        <a:gradFill rotWithShape="1">
          <a:gsLst>
            <a:gs pos="0">
              <a:schemeClr val="phClr">
                <a:tint val="80000"/>
                <a:satMod val="300000"/>
              </a:schemeClr>
            </a:gs>
            <a:gs pos="100000">
              <a:schemeClr val="phClr">
                <a:shade val="90000"/>
                <a:alpha val="80000"/>
                <a:satMod val="200000"/>
              </a:schemeClr>
            </a:gs>
          </a:gsLst>
          <a:path path="rect">
            <a:fillToRect l="5000" t="5000" r="5000" b="5000"/>
          </a:path>
        </a:gradFill>
      </a:bgFillStyleLst>
    </a:fmtScheme>
  </a:themeElements>
  <a:objectDefaults>
    <a:lnDef>
      <a:spPr>
        <a:ln>
          <a:solidFill>
            <a:schemeClr val="accent1"/>
          </a:solidFill>
        </a:ln>
      </a:spPr>
      <a:bodyPr/>
      <a:lstStyle/>
      <a:style>
        <a:lnRef idx="1">
          <a:schemeClr val="accent1"/>
        </a:lnRef>
        <a:fillRef idx="0">
          <a:schemeClr val="accent1"/>
        </a:fillRef>
        <a:effectRef idx="0">
          <a:schemeClr val="accent1"/>
        </a:effectRef>
        <a:fontRef idx="minor">
          <a:schemeClr val="tx1"/>
        </a:fontRef>
      </a:style>
    </a:lnDef>
  </a:objectDefaults>
  <a:extraClrSchemeLst/>
  <a:extLst>
    <a:ext uri="{05A4C25C-085E-4340-85A3-A5531E510DB2}">
      <thm15:themeFamily xmlns:thm15="http://schemas.microsoft.com/office/thememl/2012/main" name="Office_9411639_TF03431380_TF03431380" id="{9AE2BD50-F2AD-48C6-8A81-F7D7390F9E40}" vid="{822244C9-F44A-41EE-AAAB-DAE7A533DA64}"/>
    </a:ext>
  </a:extLst>
</a:theme>
</file>

<file path=ppt/theme/theme2.xml><?xml version="1.0" encoding="utf-8"?>
<a:theme xmlns:a="http://schemas.openxmlformats.org/drawingml/2006/main" name="Office 主题">
  <a:themeElements>
    <a:clrScheme name="Academic Literature">
      <a:dk1>
        <a:srgbClr val="514843"/>
      </a:dk1>
      <a:lt1>
        <a:srgbClr val="FFFFFF"/>
      </a:lt1>
      <a:dk2>
        <a:srgbClr val="000000"/>
      </a:dk2>
      <a:lt2>
        <a:srgbClr val="FFFFF3"/>
      </a:lt2>
      <a:accent1>
        <a:srgbClr val="514843"/>
      </a:accent1>
      <a:accent2>
        <a:srgbClr val="6D7D66"/>
      </a:accent2>
      <a:accent3>
        <a:srgbClr val="525A6A"/>
      </a:accent3>
      <a:accent4>
        <a:srgbClr val="827266"/>
      </a:accent4>
      <a:accent5>
        <a:srgbClr val="AE9A7E"/>
      </a:accent5>
      <a:accent6>
        <a:srgbClr val="A8A39E"/>
      </a:accent6>
      <a:hlink>
        <a:srgbClr val="59704F"/>
      </a:hlink>
      <a:folHlink>
        <a:srgbClr val="A8A39E"/>
      </a:folHlink>
    </a:clrScheme>
    <a:fontScheme name="Plantagenet Cherokee-Euphemia">
      <a:majorFont>
        <a:latin typeface="Plantagenet Cherokee"/>
        <a:ea typeface=""/>
        <a:cs typeface=""/>
      </a:majorFont>
      <a:minorFont>
        <a:latin typeface="Euphemia"/>
        <a:ea typeface=""/>
        <a:cs typeface=""/>
      </a:minorFont>
    </a:fontScheme>
    <a:fmtScheme name="AcademicLiterature">
      <a:fillStyleLst>
        <a:solidFill>
          <a:schemeClr val="phClr"/>
        </a:solidFill>
        <a:gradFill rotWithShape="1">
          <a:gsLst>
            <a:gs pos="0">
              <a:schemeClr val="phClr">
                <a:tint val="58000"/>
                <a:satMod val="300000"/>
              </a:schemeClr>
            </a:gs>
            <a:gs pos="100000">
              <a:schemeClr val="phClr">
                <a:tint val="68000"/>
                <a:satMod val="300000"/>
              </a:schemeClr>
            </a:gs>
          </a:gsLst>
          <a:path path="rect">
            <a:fillToRect l="50000" t="50000" r="50000" b="50000"/>
          </a:path>
        </a:gradFill>
        <a:gradFill rotWithShape="1">
          <a:gsLst>
            <a:gs pos="0">
              <a:schemeClr val="phClr">
                <a:shade val="100000"/>
                <a:satMod val="137000"/>
              </a:schemeClr>
            </a:gs>
            <a:gs pos="71000">
              <a:schemeClr val="phClr">
                <a:shade val="98000"/>
                <a:satMod val="137000"/>
              </a:schemeClr>
            </a:gs>
            <a:gs pos="100000">
              <a:schemeClr val="phClr">
                <a:shade val="75000"/>
                <a:satMod val="137000"/>
              </a:schemeClr>
            </a:gs>
          </a:gsLst>
          <a:path path="rect">
            <a:fillToRect l="50000" t="50000" r="50000" b="50000"/>
          </a:path>
        </a:gradFill>
      </a:fillStyleLst>
      <a:lnStyleLst>
        <a:ln w="6350" cap="rnd" cmpd="sng" algn="ctr">
          <a:solidFill>
            <a:schemeClr val="phClr">
              <a:shade val="95000"/>
              <a:satMod val="105000"/>
            </a:schemeClr>
          </a:solidFill>
          <a:prstDash val="solid"/>
        </a:ln>
        <a:ln w="48000" cap="flat" cmpd="thickThin" algn="ctr">
          <a:solidFill>
            <a:schemeClr val="phClr"/>
          </a:solidFill>
          <a:prstDash val="solid"/>
        </a:ln>
        <a:ln w="48500" cap="flat" cmpd="thickThin" algn="ctr">
          <a:solidFill>
            <a:schemeClr val="phClr"/>
          </a:solidFill>
          <a:prstDash val="solid"/>
        </a:ln>
      </a:lnStyleLst>
      <a:effectStyleLst>
        <a:effectStyle>
          <a:effectLst>
            <a:outerShdw blurRad="45000" dist="25000" dir="5400000" rotWithShape="0">
              <a:srgbClr val="000000">
                <a:alpha val="38000"/>
              </a:srgbClr>
            </a:outerShdw>
          </a:effectLst>
        </a:effectStyle>
        <a:effectStyle>
          <a:effectLst>
            <a:outerShdw blurRad="39000" dist="25400" dir="5400000" rotWithShape="0">
              <a:srgbClr val="000000">
                <a:alpha val="38000"/>
              </a:srgbClr>
            </a:outerShdw>
          </a:effectLst>
        </a:effectStyle>
        <a:effectStyle>
          <a:effectLst>
            <a:outerShdw blurRad="39000" dist="25400" dir="5400000" rotWithShape="0">
              <a:srgbClr val="000000">
                <a:alpha val="38000"/>
              </a:srgbClr>
            </a:outerShdw>
          </a:effectLst>
          <a:scene3d>
            <a:camera prst="orthographicFront">
              <a:rot lat="0" lon="0" rev="0"/>
            </a:camera>
            <a:lightRig rig="threePt" dir="t">
              <a:rot lat="0" lon="0" rev="1800000"/>
            </a:lightRig>
          </a:scene3d>
          <a:sp3d prstMaterial="matte">
            <a:bevelT h="20000"/>
          </a:sp3d>
        </a:effectStyle>
      </a:effectStyleLst>
      <a:bgFillStyleLst>
        <a:solidFill>
          <a:schemeClr val="phClr"/>
        </a:solidFill>
        <a:gradFill rotWithShape="1">
          <a:gsLst>
            <a:gs pos="0">
              <a:schemeClr val="phClr">
                <a:tint val="80000"/>
                <a:satMod val="300000"/>
              </a:schemeClr>
            </a:gs>
            <a:gs pos="100000">
              <a:schemeClr val="phClr">
                <a:shade val="90000"/>
                <a:alpha val="80000"/>
                <a:satMod val="200000"/>
              </a:schemeClr>
            </a:gs>
          </a:gsLst>
          <a:path path="rect">
            <a:fillToRect l="20000" t="20000" r="20000" b="20000"/>
          </a:path>
        </a:gradFill>
        <a:gradFill rotWithShape="1">
          <a:gsLst>
            <a:gs pos="0">
              <a:schemeClr val="phClr">
                <a:tint val="80000"/>
                <a:satMod val="300000"/>
              </a:schemeClr>
            </a:gs>
            <a:gs pos="100000">
              <a:schemeClr val="phClr">
                <a:shade val="90000"/>
                <a:alpha val="80000"/>
                <a:satMod val="200000"/>
              </a:schemeClr>
            </a:gs>
          </a:gsLst>
          <a:path path="rect">
            <a:fillToRect l="5000" t="5000" r="5000" b="5000"/>
          </a:path>
        </a:gradFill>
      </a:bgFillStyleLst>
    </a:fmtScheme>
  </a:themeElements>
  <a:objectDefaults>
    <a:lnDef>
      <a:spPr>
        <a:ln>
          <a:solidFill>
            <a:schemeClr val="accent1"/>
          </a:solidFill>
        </a:ln>
      </a:spPr>
      <a:bodyPr/>
      <a:lstStyle/>
      <a:style>
        <a:lnRef idx="1">
          <a:schemeClr val="accent1"/>
        </a:lnRef>
        <a:fillRef idx="0">
          <a:schemeClr val="accent1"/>
        </a:fillRef>
        <a:effectRef idx="0">
          <a:schemeClr val="accent1"/>
        </a:effectRef>
        <a:fontRef idx="minor">
          <a:schemeClr val="tx1"/>
        </a:fontRef>
      </a:style>
    </a:ln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Academic Literature">
      <a:dk1>
        <a:srgbClr val="514843"/>
      </a:dk1>
      <a:lt1>
        <a:srgbClr val="FFFFFF"/>
      </a:lt1>
      <a:dk2>
        <a:srgbClr val="000000"/>
      </a:dk2>
      <a:lt2>
        <a:srgbClr val="FFFFF3"/>
      </a:lt2>
      <a:accent1>
        <a:srgbClr val="514843"/>
      </a:accent1>
      <a:accent2>
        <a:srgbClr val="6D7D66"/>
      </a:accent2>
      <a:accent3>
        <a:srgbClr val="525A6A"/>
      </a:accent3>
      <a:accent4>
        <a:srgbClr val="827266"/>
      </a:accent4>
      <a:accent5>
        <a:srgbClr val="AE9A7E"/>
      </a:accent5>
      <a:accent6>
        <a:srgbClr val="A8A39E"/>
      </a:accent6>
      <a:hlink>
        <a:srgbClr val="59704F"/>
      </a:hlink>
      <a:folHlink>
        <a:srgbClr val="A8A39E"/>
      </a:folHlink>
    </a:clrScheme>
    <a:fontScheme name="Plantagenet Cherokee-Euphemia">
      <a:majorFont>
        <a:latin typeface="Plantagenet Cherokee"/>
        <a:ea typeface=""/>
        <a:cs typeface=""/>
      </a:majorFont>
      <a:minorFont>
        <a:latin typeface="Euphemia"/>
        <a:ea typeface=""/>
        <a:cs typeface=""/>
      </a:minorFont>
    </a:fontScheme>
    <a:fmtScheme name="AcademicLiterature">
      <a:fillStyleLst>
        <a:solidFill>
          <a:schemeClr val="phClr"/>
        </a:solidFill>
        <a:gradFill rotWithShape="1">
          <a:gsLst>
            <a:gs pos="0">
              <a:schemeClr val="phClr">
                <a:tint val="58000"/>
                <a:satMod val="300000"/>
              </a:schemeClr>
            </a:gs>
            <a:gs pos="100000">
              <a:schemeClr val="phClr">
                <a:tint val="68000"/>
                <a:satMod val="300000"/>
              </a:schemeClr>
            </a:gs>
          </a:gsLst>
          <a:path path="rect">
            <a:fillToRect l="50000" t="50000" r="50000" b="50000"/>
          </a:path>
        </a:gradFill>
        <a:gradFill rotWithShape="1">
          <a:gsLst>
            <a:gs pos="0">
              <a:schemeClr val="phClr">
                <a:shade val="100000"/>
                <a:satMod val="137000"/>
              </a:schemeClr>
            </a:gs>
            <a:gs pos="71000">
              <a:schemeClr val="phClr">
                <a:shade val="98000"/>
                <a:satMod val="137000"/>
              </a:schemeClr>
            </a:gs>
            <a:gs pos="100000">
              <a:schemeClr val="phClr">
                <a:shade val="75000"/>
                <a:satMod val="137000"/>
              </a:schemeClr>
            </a:gs>
          </a:gsLst>
          <a:path path="rect">
            <a:fillToRect l="50000" t="50000" r="50000" b="50000"/>
          </a:path>
        </a:gradFill>
      </a:fillStyleLst>
      <a:lnStyleLst>
        <a:ln w="6350" cap="rnd" cmpd="sng" algn="ctr">
          <a:solidFill>
            <a:schemeClr val="phClr">
              <a:shade val="95000"/>
              <a:satMod val="105000"/>
            </a:schemeClr>
          </a:solidFill>
          <a:prstDash val="solid"/>
        </a:ln>
        <a:ln w="48000" cap="flat" cmpd="thickThin" algn="ctr">
          <a:solidFill>
            <a:schemeClr val="phClr"/>
          </a:solidFill>
          <a:prstDash val="solid"/>
        </a:ln>
        <a:ln w="48500" cap="flat" cmpd="thickThin" algn="ctr">
          <a:solidFill>
            <a:schemeClr val="phClr"/>
          </a:solidFill>
          <a:prstDash val="solid"/>
        </a:ln>
      </a:lnStyleLst>
      <a:effectStyleLst>
        <a:effectStyle>
          <a:effectLst>
            <a:outerShdw blurRad="45000" dist="25000" dir="5400000" rotWithShape="0">
              <a:srgbClr val="000000">
                <a:alpha val="38000"/>
              </a:srgbClr>
            </a:outerShdw>
          </a:effectLst>
        </a:effectStyle>
        <a:effectStyle>
          <a:effectLst>
            <a:outerShdw blurRad="39000" dist="25400" dir="5400000" rotWithShape="0">
              <a:srgbClr val="000000">
                <a:alpha val="38000"/>
              </a:srgbClr>
            </a:outerShdw>
          </a:effectLst>
        </a:effectStyle>
        <a:effectStyle>
          <a:effectLst>
            <a:outerShdw blurRad="39000" dist="25400" dir="5400000" rotWithShape="0">
              <a:srgbClr val="000000">
                <a:alpha val="38000"/>
              </a:srgbClr>
            </a:outerShdw>
          </a:effectLst>
          <a:scene3d>
            <a:camera prst="orthographicFront">
              <a:rot lat="0" lon="0" rev="0"/>
            </a:camera>
            <a:lightRig rig="threePt" dir="t">
              <a:rot lat="0" lon="0" rev="1800000"/>
            </a:lightRig>
          </a:scene3d>
          <a:sp3d prstMaterial="matte">
            <a:bevelT h="20000"/>
          </a:sp3d>
        </a:effectStyle>
      </a:effectStyleLst>
      <a:bgFillStyleLst>
        <a:solidFill>
          <a:schemeClr val="phClr"/>
        </a:solidFill>
        <a:gradFill rotWithShape="1">
          <a:gsLst>
            <a:gs pos="0">
              <a:schemeClr val="phClr">
                <a:tint val="80000"/>
                <a:satMod val="300000"/>
              </a:schemeClr>
            </a:gs>
            <a:gs pos="100000">
              <a:schemeClr val="phClr">
                <a:shade val="90000"/>
                <a:alpha val="80000"/>
                <a:satMod val="200000"/>
              </a:schemeClr>
            </a:gs>
          </a:gsLst>
          <a:path path="rect">
            <a:fillToRect l="20000" t="20000" r="20000" b="20000"/>
          </a:path>
        </a:gradFill>
        <a:gradFill rotWithShape="1">
          <a:gsLst>
            <a:gs pos="0">
              <a:schemeClr val="phClr">
                <a:tint val="80000"/>
                <a:satMod val="300000"/>
              </a:schemeClr>
            </a:gs>
            <a:gs pos="100000">
              <a:schemeClr val="phClr">
                <a:shade val="90000"/>
                <a:alpha val="80000"/>
                <a:satMod val="200000"/>
              </a:schemeClr>
            </a:gs>
          </a:gsLst>
          <a:path path="rect">
            <a:fillToRect l="5000" t="5000" r="5000" b="5000"/>
          </a:path>
        </a:gradFill>
      </a:bgFillStyleLst>
    </a:fmtScheme>
  </a:themeElements>
  <a:objectDefaults>
    <a:lnDef>
      <a:spPr>
        <a:ln>
          <a:solidFill>
            <a:schemeClr val="accent1"/>
          </a:solidFill>
        </a:ln>
      </a:spPr>
      <a:bodyPr/>
      <a:lstStyle/>
      <a:style>
        <a:lnRef idx="1">
          <a:schemeClr val="accent1"/>
        </a:lnRef>
        <a:fillRef idx="0">
          <a:schemeClr val="accent1"/>
        </a:fillRef>
        <a:effectRef idx="0">
          <a:schemeClr val="accent1"/>
        </a:effectRef>
        <a:fontRef idx="minor">
          <a:schemeClr val="tx1"/>
        </a:fontRef>
      </a:style>
    </a:ln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TemplateFile" ma:contentTypeID="0x0101006EDDDB5EE6D98C44930B742096920B300400F5B6D36B3EF94B4E9A635CDF2A18F5B8" ma:contentTypeVersion="72" ma:contentTypeDescription="Create a new document." ma:contentTypeScope="" ma:versionID="a23e56308344d904b51738559c3d67c9">
  <xsd:schema xmlns:xsd="http://www.w3.org/2001/XMLSchema" xmlns:xs="http://www.w3.org/2001/XMLSchema" xmlns:p="http://schemas.microsoft.com/office/2006/metadata/properties" xmlns:ns2="4873beb7-5857-4685-be1f-d57550cc96cc" targetNamespace="http://schemas.microsoft.com/office/2006/metadata/properties" ma:root="true" ma:fieldsID="cd0908cc4600e77bf5da051303e00c8d" ns2:_="">
    <xsd:import namespace="4873beb7-5857-4685-be1f-d57550cc96cc"/>
    <xsd:element name="properties">
      <xsd:complexType>
        <xsd:sequence>
          <xsd:element name="documentManagement">
            <xsd:complexType>
              <xsd:all>
                <xsd:element ref="ns2:AcquiredFrom" minOccurs="0"/>
                <xsd:element ref="ns2:UACurrentWords" minOccurs="0"/>
                <xsd:element ref="ns2:TPApplication" minOccurs="0"/>
                <xsd:element ref="ns2:ApprovalLog" minOccurs="0"/>
                <xsd:element ref="ns2:ApprovalStatus" minOccurs="0"/>
                <xsd:element ref="ns2:AssetStart" minOccurs="0"/>
                <xsd:element ref="ns2:AssetExpire" minOccurs="0"/>
                <xsd:element ref="ns2:AssetId" minOccurs="0"/>
                <xsd:element ref="ns2:IsSearchable" minOccurs="0"/>
                <xsd:element ref="ns2:AssetType" minOccurs="0"/>
                <xsd:element ref="ns2:APAuthor" minOccurs="0"/>
                <xsd:element ref="ns2:AverageRating" minOccurs="0"/>
                <xsd:element ref="ns2:BlockPublish" minOccurs="0"/>
                <xsd:element ref="ns2:BugNumber" minOccurs="0"/>
                <xsd:element ref="ns2:CampaignTagsTaxHTField0" minOccurs="0"/>
                <xsd:element ref="ns2:TPClientViewer" minOccurs="0"/>
                <xsd:element ref="ns2:ClipArtFilename" minOccurs="0"/>
                <xsd:element ref="ns2:TPCommandLine" minOccurs="0"/>
                <xsd:element ref="ns2:TPComponent" minOccurs="0"/>
                <xsd:element ref="ns2:ContentItem" minOccurs="0"/>
                <xsd:element ref="ns2:CrawlForDependencies" minOccurs="0"/>
                <xsd:element ref="ns2:CSXHash" minOccurs="0"/>
                <xsd:element ref="ns2:CSXSubmissionMarket" minOccurs="0"/>
                <xsd:element ref="ns2:CSXUpdate" minOccurs="0"/>
                <xsd:element ref="ns2:IntlLangReviewDate" minOccurs="0"/>
                <xsd:element ref="ns2:IsDeleted" minOccurs="0"/>
                <xsd:element ref="ns2:APDescription" minOccurs="0"/>
                <xsd:element ref="ns2:DirectSourceMarket" minOccurs="0"/>
                <xsd:element ref="ns2:Downloads" minOccurs="0"/>
                <xsd:element ref="ns2:DSATActionTaken" minOccurs="0"/>
                <xsd:element ref="ns2:APEditor" minOccurs="0"/>
                <xsd:element ref="ns2:EditorialStatus" minOccurs="0"/>
                <xsd:element ref="ns2:EditorialTags" minOccurs="0"/>
                <xsd:element ref="ns2:TPExecutable" minOccurs="0"/>
                <xsd:element ref="ns2:FeatureTagsTaxHTField0" minOccurs="0"/>
                <xsd:element ref="ns2:TPFriendlyName" minOccurs="0"/>
                <xsd:element ref="ns2:FriendlyTitle" minOccurs="0"/>
                <xsd:element ref="ns2:PrimaryImageGen" minOccurs="0"/>
                <xsd:element ref="ns2:HandoffToMSDN" minOccurs="0"/>
                <xsd:element ref="ns2:InProjectListLookup" minOccurs="0"/>
                <xsd:element ref="ns2:TPInstallLocation" minOccurs="0"/>
                <xsd:element ref="ns2:InternalTagsTaxHTField0" minOccurs="0"/>
                <xsd:element ref="ns2:IntlLangReview" minOccurs="0"/>
                <xsd:element ref="ns2:IntlLangReviewer" minOccurs="0"/>
                <xsd:element ref="ns2:MarketSpecific" minOccurs="0"/>
                <xsd:element ref="ns2:LastCompleteVersionLookup" minOccurs="0"/>
                <xsd:element ref="ns2:LastHandOff" minOccurs="0"/>
                <xsd:element ref="ns2:LastModifiedDateTime" minOccurs="0"/>
                <xsd:element ref="ns2:LastPreviewErrorLookup" minOccurs="0"/>
                <xsd:element ref="ns2:LastPreviewResultLookup" minOccurs="0"/>
                <xsd:element ref="ns2:LastPreviewAttemptDateLookup" minOccurs="0"/>
                <xsd:element ref="ns2:LastPreviewedByLookup" minOccurs="0"/>
                <xsd:element ref="ns2:LastPreviewTimeLookup" minOccurs="0"/>
                <xsd:element ref="ns2:LastPreviewVersionLookup" minOccurs="0"/>
                <xsd:element ref="ns2:LastPublishErrorLookup" minOccurs="0"/>
                <xsd:element ref="ns2:LastPublishResultLookup" minOccurs="0"/>
                <xsd:element ref="ns2:LastPublishAttemptDateLookup" minOccurs="0"/>
                <xsd:element ref="ns2:LastPublishedByLookup" minOccurs="0"/>
                <xsd:element ref="ns2:LastPublishTimeLookup" minOccurs="0"/>
                <xsd:element ref="ns2:LastPublishVersionLookup" minOccurs="0"/>
                <xsd:element ref="ns2:TPLaunchHelpLinkType" minOccurs="0"/>
                <xsd:element ref="ns2:LegacyData" minOccurs="0"/>
                <xsd:element ref="ns2:TPLaunchHelpLink" minOccurs="0"/>
                <xsd:element ref="ns2:LocComments" minOccurs="0"/>
                <xsd:element ref="ns2:LocLastLocAttemptVersionLookup" minOccurs="0"/>
                <xsd:element ref="ns2:LocLastLocAttemptVersionTypeLookup" minOccurs="0"/>
                <xsd:element ref="ns2:LocManualTestRequired" minOccurs="0"/>
                <xsd:element ref="ns2:LocMarketGroupTiers2" minOccurs="0"/>
                <xsd:element ref="ns2:LocNewPublishedVersionLookup" minOccurs="0"/>
                <xsd:element ref="ns2:LocOverallHandbackStatusLookup" minOccurs="0"/>
                <xsd:element ref="ns2:LocOverallLocStatusLookup" minOccurs="0"/>
                <xsd:element ref="ns2:LocOverallPreviewStatusLookup" minOccurs="0"/>
                <xsd:element ref="ns2:LocOverallPublishStatusLookup" minOccurs="0"/>
                <xsd:element ref="ns2:IntlLocPriority" minOccurs="0"/>
                <xsd:element ref="ns2:LocProcessedForHandoffsLookup" minOccurs="0"/>
                <xsd:element ref="ns2:LocProcessedForMarketsLookup" minOccurs="0"/>
                <xsd:element ref="ns2:LocPublishedDependentAssetsLookup" minOccurs="0"/>
                <xsd:element ref="ns2:LocPublishedLinkedAssetsLookup" minOccurs="0"/>
                <xsd:element ref="ns2:LocRecommendedHandoff" minOccurs="0"/>
                <xsd:element ref="ns2:LocalizationTagsTaxHTField0" minOccurs="0"/>
                <xsd:element ref="ns2:MachineTranslated" minOccurs="0"/>
                <xsd:element ref="ns2:Manager" minOccurs="0"/>
                <xsd:element ref="ns2:Markets" minOccurs="0"/>
                <xsd:element ref="ns2:Milestone" minOccurs="0"/>
                <xsd:element ref="ns2:TPNamespace" minOccurs="0"/>
                <xsd:element ref="ns2:NumericId" minOccurs="0"/>
                <xsd:element ref="ns2:NumOfRatingsLookup" minOccurs="0"/>
                <xsd:element ref="ns2:OOCacheId" minOccurs="0"/>
                <xsd:element ref="ns2:OpenTemplate" minOccurs="0"/>
                <xsd:element ref="ns2:OriginAsset" minOccurs="0"/>
                <xsd:element ref="ns2:OriginalRelease" minOccurs="0"/>
                <xsd:element ref="ns2:OriginalSourceMarket" minOccurs="0"/>
                <xsd:element ref="ns2:OutputCachingOn" minOccurs="0"/>
                <xsd:element ref="ns2:ParentAssetId" minOccurs="0"/>
                <xsd:element ref="ns2:PlannedPubDate" minOccurs="0"/>
                <xsd:element ref="ns2:PolicheckWords" minOccurs="0"/>
                <xsd:element ref="ns2:BusinessGroup" minOccurs="0"/>
                <xsd:element ref="ns2:UAProjectedTotalWords" minOccurs="0"/>
                <xsd:element ref="ns2:Provider" minOccurs="0"/>
                <xsd:element ref="ns2:Providers" minOccurs="0"/>
                <xsd:element ref="ns2:PublishStatusLookup" minOccurs="0"/>
                <xsd:element ref="ns2:PublishTargets" minOccurs="0"/>
                <xsd:element ref="ns2:RecommendationsModifier" minOccurs="0"/>
                <xsd:element ref="ns2:ArtSampleDocs" minOccurs="0"/>
                <xsd:element ref="ns2:ScenarioTagsTaxHTField0" minOccurs="0"/>
                <xsd:element ref="ns2:ShowIn" minOccurs="0"/>
                <xsd:element ref="ns2:SourceTitle" minOccurs="0"/>
                <xsd:element ref="ns2:CSXSubmissionDate" minOccurs="0"/>
                <xsd:element ref="ns2:SubmitterId" minOccurs="0"/>
                <xsd:element ref="ns2:TaxCatchAll" minOccurs="0"/>
                <xsd:element ref="ns2:TaxCatchAllLabel" minOccurs="0"/>
                <xsd:element ref="ns2:TemplateStatus" minOccurs="0"/>
                <xsd:element ref="ns2:TemplateTemplateType" minOccurs="0"/>
                <xsd:element ref="ns2:ThumbnailAssetId" minOccurs="0"/>
                <xsd:element ref="ns2:TimesCloned" minOccurs="0"/>
                <xsd:element ref="ns2:TrustLevel" minOccurs="0"/>
                <xsd:element ref="ns2:UALocComments" minOccurs="0"/>
                <xsd:element ref="ns2:UALocRecommendation" minOccurs="0"/>
                <xsd:element ref="ns2:UANotes" minOccurs="0"/>
                <xsd:element ref="ns2:TPAppVersion" minOccurs="0"/>
                <xsd:element ref="ns2:VoteCount"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4873beb7-5857-4685-be1f-d57550cc96cc" elementFormDefault="qualified">
    <xsd:import namespace="http://schemas.microsoft.com/office/2006/documentManagement/types"/>
    <xsd:import namespace="http://schemas.microsoft.com/office/infopath/2007/PartnerControls"/>
    <xsd:element name="AcquiredFrom" ma:index="1" nillable="true" ma:displayName="Acquired From" ma:default="Internal MS" ma:internalName="AcquiredFrom" ma:readOnly="false">
      <xsd:simpleType>
        <xsd:restriction base="dms:Choice">
          <xsd:enumeration value="Internal MS"/>
          <xsd:enumeration value="Community"/>
          <xsd:enumeration value="MVP"/>
          <xsd:enumeration value="Publisher"/>
          <xsd:enumeration value="Partner"/>
          <xsd:enumeration value="None"/>
        </xsd:restriction>
      </xsd:simpleType>
    </xsd:element>
    <xsd:element name="UACurrentWords" ma:index="2" nillable="true" ma:displayName="Actual Word Count" ma:default="" ma:internalName="UACurrentWords" ma:readOnly="false">
      <xsd:simpleType>
        <xsd:restriction base="dms:Unknown"/>
      </xsd:simpleType>
    </xsd:element>
    <xsd:element name="TPApplication" ma:index="3" nillable="true" ma:displayName="Application to Open Template With" ma:default="" ma:internalName="TPApplication">
      <xsd:simpleType>
        <xsd:restriction base="dms:Text"/>
      </xsd:simpleType>
    </xsd:element>
    <xsd:element name="ApprovalLog" ma:index="4" nillable="true" ma:displayName="Approval Log" ma:default="" ma:hidden="true" ma:internalName="ApprovalLog" ma:readOnly="false">
      <xsd:simpleType>
        <xsd:restriction base="dms:Note"/>
      </xsd:simpleType>
    </xsd:element>
    <xsd:element name="ApprovalStatus" ma:index="5" nillable="true" ma:displayName="Approval Status" ma:default="InProgress" ma:internalName="ApprovalStatus" ma:readOnly="false">
      <xsd:simpleType>
        <xsd:restriction base="dms:Choice">
          <xsd:enumeration value="InProgress"/>
          <xsd:enumeration value="Rejected"/>
          <xsd:enumeration value="Questionable"/>
          <xsd:enumeration value="ApprovedAutomatic"/>
          <xsd:enumeration value="ApprovedManual"/>
          <xsd:enumeration value="On Hold"/>
          <xsd:enumeration value="Needs Review"/>
          <xsd:enumeration value="A Violation"/>
          <xsd:enumeration value="Unpublished Violation"/>
        </xsd:restriction>
      </xsd:simpleType>
    </xsd:element>
    <xsd:element name="AssetStart" ma:index="6" nillable="true" ma:displayName="Asset Begin Date" ma:default="[Today]" ma:internalName="AssetStart" ma:readOnly="false">
      <xsd:simpleType>
        <xsd:restriction base="dms:DateTime"/>
      </xsd:simpleType>
    </xsd:element>
    <xsd:element name="AssetExpire" ma:index="7" nillable="true" ma:displayName="Asset End Date" ma:default="2029-01-01T08:00:00Z" ma:format="DateTime" ma:internalName="AssetExpire" ma:readOnly="false">
      <xsd:simpleType>
        <xsd:restriction base="dms:DateTime"/>
      </xsd:simpleType>
    </xsd:element>
    <xsd:element name="AssetId" ma:index="8" nillable="true" ma:displayName="Asset ID" ma:default="" ma:indexed="true" ma:internalName="AssetId" ma:readOnly="false">
      <xsd:simpleType>
        <xsd:restriction base="dms:Text">
          <xsd:maxLength value="255"/>
        </xsd:restriction>
      </xsd:simpleType>
    </xsd:element>
    <xsd:element name="IsSearchable" ma:index="9" nillable="true" ma:displayName="Asset Searchable?" ma:default="true" ma:internalName="IsSearchable" ma:readOnly="false">
      <xsd:simpleType>
        <xsd:restriction base="dms:Boolean"/>
      </xsd:simpleType>
    </xsd:element>
    <xsd:element name="AssetType" ma:index="10" nillable="true" ma:displayName="Asset Type" ma:default="" ma:internalName="AssetType" ma:readOnly="false">
      <xsd:simpleType>
        <xsd:restriction base="dms:Unknown"/>
      </xsd:simpleType>
    </xsd:element>
    <xsd:element name="APAuthor" ma:index="11" nillable="true" ma:displayName="Author" ma:default="" ma:list="UserInfo" ma:internalName="APAuthor" ma:readOnly="false">
      <xsd:complexType>
        <xsd:complexContent>
          <xsd:extension base="dms:User">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AverageRating" ma:index="12" nillable="true" ma:displayName="Average Rating" ma:internalName="AverageRating" ma:readOnly="false">
      <xsd:simpleType>
        <xsd:restriction base="dms:Text"/>
      </xsd:simpleType>
    </xsd:element>
    <xsd:element name="BlockPublish" ma:index="13" nillable="true" ma:displayName="Block from Publishing?" ma:default="" ma:internalName="BlockPublish" ma:readOnly="false">
      <xsd:simpleType>
        <xsd:restriction base="dms:Boolean"/>
      </xsd:simpleType>
    </xsd:element>
    <xsd:element name="BugNumber" ma:index="14" nillable="true" ma:displayName="Bug Number" ma:default="" ma:internalName="BugNumber" ma:readOnly="false">
      <xsd:simpleType>
        <xsd:restriction base="dms:Text"/>
      </xsd:simpleType>
    </xsd:element>
    <xsd:element name="CampaignTagsTaxHTField0" ma:index="16" nillable="true" ma:taxonomy="true" ma:internalName="CampaignTagsTaxHTField0" ma:taxonomyFieldName="CampaignTags" ma:displayName="Campaigns" ma:readOnly="false" ma:default="" ma:fieldId="{1df42cc3-2301-4f11-a52a-6ead923c29ed}" ma:taxonomyMulti="true" ma:sspId="8f79753a-75d3-41f5-8ca3-40b843941b4f" ma:termSetId="ca0e50d4-faa1-44ce-961e-bb1441c60e66" ma:anchorId="00000000-0000-0000-0000-000000000000" ma:open="false" ma:isKeyword="false">
      <xsd:complexType>
        <xsd:sequence>
          <xsd:element ref="pc:Terms" minOccurs="0" maxOccurs="1"/>
        </xsd:sequence>
      </xsd:complexType>
    </xsd:element>
    <xsd:element name="TPClientViewer" ma:index="17" nillable="true" ma:displayName="Client Viewer" ma:default="" ma:internalName="TPClientViewer">
      <xsd:simpleType>
        <xsd:restriction base="dms:Text"/>
      </xsd:simpleType>
    </xsd:element>
    <xsd:element name="ClipArtFilename" ma:index="18" nillable="true" ma:displayName="Clip Art Name" ma:default="" ma:internalName="ClipArtFilename" ma:readOnly="false">
      <xsd:simpleType>
        <xsd:restriction base="dms:Text"/>
      </xsd:simpleType>
    </xsd:element>
    <xsd:element name="TPCommandLine" ma:index="19" nillable="true" ma:displayName="Command Line" ma:default="" ma:internalName="TPCommandLine">
      <xsd:simpleType>
        <xsd:restriction base="dms:Text"/>
      </xsd:simpleType>
    </xsd:element>
    <xsd:element name="TPComponent" ma:index="20" nillable="true" ma:displayName="Component" ma:default="" ma:internalName="TPComponent">
      <xsd:simpleType>
        <xsd:restriction base="dms:Text"/>
      </xsd:simpleType>
    </xsd:element>
    <xsd:element name="ContentItem" ma:index="21" nillable="true" ma:displayName="Content Item" ma:default="" ma:hidden="true" ma:internalName="ContentItem" ma:readOnly="false">
      <xsd:simpleType>
        <xsd:restriction base="dms:Unknown"/>
      </xsd:simpleType>
    </xsd:element>
    <xsd:element name="CrawlForDependencies" ma:index="23" nillable="true" ma:displayName="Crawl for Dependencies?" ma:default="true" ma:internalName="CrawlForDependencies" ma:readOnly="false">
      <xsd:simpleType>
        <xsd:restriction base="dms:Boolean"/>
      </xsd:simpleType>
    </xsd:element>
    <xsd:element name="CSXHash" ma:index="26" nillable="true" ma:displayName="CSX Hash" ma:default="" ma:indexed="true" ma:internalName="CSXHash" ma:readOnly="false">
      <xsd:simpleType>
        <xsd:restriction base="dms:Text"/>
      </xsd:simpleType>
    </xsd:element>
    <xsd:element name="CSXSubmissionMarket" ma:index="27" nillable="true" ma:displayName="CSX Submission Market" ma:default="" ma:list="{2FBD1B11-2ACE-4FDC-B5A3-635D4ADF6F1B}" ma:internalName="CSXSubmissionMarket" ma:readOnly="false" ma:showField="MarketName" ma:web="4873beb7-5857-4685-be1f-d57550cc96cc">
      <xsd:simpleType>
        <xsd:restriction base="dms:Lookup"/>
      </xsd:simpleType>
    </xsd:element>
    <xsd:element name="CSXUpdate" ma:index="28" nillable="true" ma:displayName="CSX Updated?" ma:default="false" ma:internalName="CSXUpdate" ma:readOnly="false">
      <xsd:simpleType>
        <xsd:restriction base="dms:Boolean"/>
      </xsd:simpleType>
    </xsd:element>
    <xsd:element name="IntlLangReviewDate" ma:index="29" nillable="true" ma:displayName="Date to Complete Intl QA" ma:default="" ma:internalName="IntlLangReviewDate" ma:readOnly="false">
      <xsd:simpleType>
        <xsd:restriction base="dms:DateTime"/>
      </xsd:simpleType>
    </xsd:element>
    <xsd:element name="IsDeleted" ma:index="30" nillable="true" ma:displayName="Deleted?" ma:default="" ma:internalName="IsDeleted" ma:readOnly="false">
      <xsd:simpleType>
        <xsd:restriction base="dms:Boolean"/>
      </xsd:simpleType>
    </xsd:element>
    <xsd:element name="APDescription" ma:index="31" nillable="true" ma:displayName="Description" ma:default="" ma:internalName="APDescription" ma:readOnly="false">
      <xsd:simpleType>
        <xsd:restriction base="dms:Note"/>
      </xsd:simpleType>
    </xsd:element>
    <xsd:element name="DirectSourceMarket" ma:index="32" nillable="true" ma:displayName="Direct Source Market Group" ma:default="" ma:internalName="DirectSourceMarket" ma:readOnly="false">
      <xsd:simpleType>
        <xsd:restriction base="dms:Text"/>
      </xsd:simpleType>
    </xsd:element>
    <xsd:element name="Downloads" ma:index="33" nillable="true" ma:displayName="Downloads" ma:default="0" ma:hidden="true" ma:internalName="Downloads" ma:readOnly="false">
      <xsd:simpleType>
        <xsd:restriction base="dms:Unknown"/>
      </xsd:simpleType>
    </xsd:element>
    <xsd:element name="DSATActionTaken" ma:index="34" nillable="true" ma:displayName="DSAT Action Taken" ma:default="" ma:internalName="DSATActionTaken" ma:readOnly="false">
      <xsd:simpleType>
        <xsd:restriction base="dms:Choice">
          <xsd:enumeration value="Best Bets"/>
          <xsd:enumeration value="Expire"/>
          <xsd:enumeration value="Hide"/>
          <xsd:enumeration value="None"/>
        </xsd:restriction>
      </xsd:simpleType>
    </xsd:element>
    <xsd:element name="APEditor" ma:index="35" nillable="true" ma:displayName="Editor" ma:default="" ma:list="UserInfo" ma:internalName="APEditor" ma:readOnly="false">
      <xsd:complexType>
        <xsd:complexContent>
          <xsd:extension base="dms:User">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EditorialStatus" ma:index="36" nillable="true" ma:displayName="Editorial Status" ma:default="" ma:internalName="EditorialStatus" ma:readOnly="false">
      <xsd:simpleType>
        <xsd:restriction base="dms:Unknown"/>
      </xsd:simpleType>
    </xsd:element>
    <xsd:element name="EditorialTags" ma:index="37" nillable="true" ma:displayName="Editorial Tags" ma:default="" ma:internalName="EditorialTags">
      <xsd:simpleType>
        <xsd:restriction base="dms:Unknown"/>
      </xsd:simpleType>
    </xsd:element>
    <xsd:element name="TPExecutable" ma:index="38" nillable="true" ma:displayName="Executable" ma:default="" ma:internalName="TPExecutable">
      <xsd:simpleType>
        <xsd:restriction base="dms:Text"/>
      </xsd:simpleType>
    </xsd:element>
    <xsd:element name="FeatureTagsTaxHTField0" ma:index="40" nillable="true" ma:taxonomy="true" ma:internalName="FeatureTagsTaxHTField0" ma:taxonomyFieldName="FeatureTags" ma:displayName="Features" ma:readOnly="false" ma:default="" ma:fieldId="{7fc0d542-15c6-4882-a8e3-13bca44403fb}" ma:taxonomyMulti="true" ma:sspId="8f79753a-75d3-41f5-8ca3-40b843941b4f" ma:termSetId="f1ab6845-967d-4854-a0ba-4ec07f0f8113" ma:anchorId="00000000-0000-0000-0000-000000000000" ma:open="false" ma:isKeyword="false">
      <xsd:complexType>
        <xsd:sequence>
          <xsd:element ref="pc:Terms" minOccurs="0" maxOccurs="1"/>
        </xsd:sequence>
      </xsd:complexType>
    </xsd:element>
    <xsd:element name="TPFriendlyName" ma:index="41" nillable="true" ma:displayName="Friendly Name" ma:default="" ma:internalName="TPFriendlyName">
      <xsd:simpleType>
        <xsd:restriction base="dms:Text"/>
      </xsd:simpleType>
    </xsd:element>
    <xsd:element name="FriendlyTitle" ma:index="42" nillable="true" ma:displayName="Friendly Title" ma:default="" ma:description="Shorter title to be used when displaying search results" ma:internalName="FriendlyTitle" ma:readOnly="false">
      <xsd:simpleType>
        <xsd:restriction base="dms:Text"/>
      </xsd:simpleType>
    </xsd:element>
    <xsd:element name="PrimaryImageGen" ma:index="43" nillable="true" ma:displayName="Generate Images?" ma:default="true" ma:internalName="PrimaryImageGen">
      <xsd:simpleType>
        <xsd:restriction base="dms:Boolean"/>
      </xsd:simpleType>
    </xsd:element>
    <xsd:element name="HandoffToMSDN" ma:index="44" nillable="true" ma:displayName="Handoff To MSDN Date" ma:default="" ma:internalName="HandoffToMSDN" ma:readOnly="false">
      <xsd:simpleType>
        <xsd:restriction base="dms:DateTime"/>
      </xsd:simpleType>
    </xsd:element>
    <xsd:element name="InProjectListLookup" ma:index="45" nillable="true" ma:displayName="InProjectListLookup" ma:list="{9E343742-310B-4684-A24C-1D137CB4B230}" ma:internalName="InProjectListLookup" ma:readOnly="true" ma:showField="InProjectList"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TPInstallLocation" ma:index="46" nillable="true" ma:displayName="Install Location" ma:default="" ma:internalName="TPInstallLocation">
      <xsd:simpleType>
        <xsd:restriction base="dms:Text"/>
      </xsd:simpleType>
    </xsd:element>
    <xsd:element name="InternalTagsTaxHTField0" ma:index="48" nillable="true" ma:taxonomy="true" ma:internalName="InternalTagsTaxHTField0" ma:taxonomyFieldName="InternalTags" ma:displayName="Internal Tags" ma:readOnly="false" ma:default="" ma:fieldId="{1490b8a4-2706-41ec-b5e3-73176dccf34e}" ma:taxonomyMulti="true" ma:sspId="8f79753a-75d3-41f5-8ca3-40b843941b4f" ma:termSetId="82b6639e-f7fc-4c18-ad2d-003a6e707765" ma:anchorId="00000000-0000-0000-0000-000000000000" ma:open="false" ma:isKeyword="false">
      <xsd:complexType>
        <xsd:sequence>
          <xsd:element ref="pc:Terms" minOccurs="0" maxOccurs="1"/>
        </xsd:sequence>
      </xsd:complexType>
    </xsd:element>
    <xsd:element name="IntlLangReview" ma:index="49" nillable="true" ma:displayName="Intl Lang QA Review Required?" ma:default="" ma:internalName="IntlLangReview" ma:readOnly="false">
      <xsd:simpleType>
        <xsd:restriction base="dms:Boolean"/>
      </xsd:simpleType>
    </xsd:element>
    <xsd:element name="IntlLangReviewer" ma:index="50" nillable="true" ma:displayName="Intl Lang QA Reviewer" ma:default="" ma:internalName="IntlLangReviewer" ma:readOnly="false">
      <xsd:simpleType>
        <xsd:restriction base="dms:Text"/>
      </xsd:simpleType>
    </xsd:element>
    <xsd:element name="MarketSpecific" ma:index="51" nillable="true" ma:displayName="Is Market Specific?" ma:default="" ma:internalName="MarketSpecific" ma:readOnly="false">
      <xsd:simpleType>
        <xsd:restriction base="dms:Boolean"/>
      </xsd:simpleType>
    </xsd:element>
    <xsd:element name="LastCompleteVersionLookup" ma:index="52" nillable="true" ma:displayName="Last Complete Version Lookup" ma:default="" ma:list="{9E343742-310B-4684-A24C-1D137CB4B230}" ma:internalName="LastCompleteVersionLookup" ma:readOnly="true" ma:showField="LastCompleteVersion"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LastHandOff" ma:index="53" nillable="true" ma:displayName="Last Hand-off" ma:default="" ma:internalName="LastHandOff" ma:readOnly="false">
      <xsd:simpleType>
        <xsd:restriction base="dms:DateTime"/>
      </xsd:simpleType>
    </xsd:element>
    <xsd:element name="LastModifiedDateTime" ma:index="54" nillable="true" ma:displayName="Last Modified Date" ma:default="" ma:internalName="LastModifiedDateTime" ma:readOnly="false">
      <xsd:simpleType>
        <xsd:restriction base="dms:DateTime"/>
      </xsd:simpleType>
    </xsd:element>
    <xsd:element name="LastPreviewErrorLookup" ma:index="55" nillable="true" ma:displayName="Last Preview Attempt Error" ma:default="" ma:list="{9E343742-310B-4684-A24C-1D137CB4B230}" ma:internalName="LastPreviewErrorLookup" ma:readOnly="true" ma:showField="LastPreviewError"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LastPreviewResultLookup" ma:index="56" nillable="true" ma:displayName="Last Preview Attempt Result" ma:default="" ma:list="{9E343742-310B-4684-A24C-1D137CB4B230}" ma:internalName="LastPreviewResultLookup" ma:readOnly="true" ma:showField="LastPreviewResult"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LastPreviewAttemptDateLookup" ma:index="57" nillable="true" ma:displayName="Last Preview Attempted On" ma:default="" ma:list="{9E343742-310B-4684-A24C-1D137CB4B230}" ma:internalName="LastPreviewAttemptDateLookup" ma:readOnly="true" ma:showField="LastPreviewAttemptDate"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LastPreviewedByLookup" ma:index="58" nillable="true" ma:displayName="Last Previewed By" ma:default="" ma:list="{9E343742-310B-4684-A24C-1D137CB4B230}" ma:internalName="LastPreviewedByLookup" ma:readOnly="true" ma:showField="LastPreviewedBy"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LastPreviewTimeLookup" ma:index="59" nillable="true" ma:displayName="Last Previewed Date" ma:default="" ma:list="{9E343742-310B-4684-A24C-1D137CB4B230}" ma:internalName="LastPreviewTimeLookup" ma:readOnly="true" ma:showField="LastPreviewTime"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LastPreviewVersionLookup" ma:index="60" nillable="true" ma:displayName="Last Previewed Version" ma:default="" ma:list="{9E343742-310B-4684-A24C-1D137CB4B230}" ma:internalName="LastPreviewVersionLookup" ma:readOnly="true" ma:showField="LastPreviewVersion"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LastPublishErrorLookup" ma:index="61" nillable="true" ma:displayName="Last Publish Attempt Error" ma:default="" ma:list="{9E343742-310B-4684-A24C-1D137CB4B230}" ma:internalName="LastPublishErrorLookup" ma:readOnly="true" ma:showField="LastPublishError"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LastPublishResultLookup" ma:index="62" nillable="true" ma:displayName="Last Publish Attempt Result" ma:default="" ma:list="{9E343742-310B-4684-A24C-1D137CB4B230}" ma:internalName="LastPublishResultLookup" ma:readOnly="true" ma:showField="LastPublishResult"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LastPublishAttemptDateLookup" ma:index="63" nillable="true" ma:displayName="Last Publish Attempted On" ma:default="" ma:list="{9E343742-310B-4684-A24C-1D137CB4B230}" ma:internalName="LastPublishAttemptDateLookup" ma:readOnly="true" ma:showField="LastPublishAttemptDate"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LastPublishedByLookup" ma:index="64" nillable="true" ma:displayName="Last Published By" ma:default="" ma:list="{9E343742-310B-4684-A24C-1D137CB4B230}" ma:internalName="LastPublishedByLookup" ma:readOnly="true" ma:showField="LastPublishedBy"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LastPublishTimeLookup" ma:index="65" nillable="true" ma:displayName="Last Published Date" ma:default="" ma:list="{9E343742-310B-4684-A24C-1D137CB4B230}" ma:internalName="LastPublishTimeLookup" ma:readOnly="true" ma:showField="LastPublishTime"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LastPublishVersionLookup" ma:index="66" nillable="true" ma:displayName="Last Published Version" ma:default="" ma:list="{9E343742-310B-4684-A24C-1D137CB4B230}" ma:internalName="LastPublishVersionLookup" ma:readOnly="true" ma:showField="LastPublishVersion"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TPLaunchHelpLinkType" ma:index="67" nillable="true" ma:displayName="Launch Help Link Type" ma:default="Template" ma:internalName="TPLaunchHelpLinkType">
      <xsd:simpleType>
        <xsd:restriction base="dms:Choice">
          <xsd:enumeration value="Template"/>
          <xsd:enumeration value="Training"/>
          <xsd:enumeration value="URL"/>
          <xsd:enumeration value="None"/>
        </xsd:restriction>
      </xsd:simpleType>
    </xsd:element>
    <xsd:element name="LegacyData" ma:index="68" nillable="true" ma:displayName="Legacy Data" ma:default="" ma:internalName="LegacyData" ma:readOnly="false">
      <xsd:simpleType>
        <xsd:restriction base="dms:Note"/>
      </xsd:simpleType>
    </xsd:element>
    <xsd:element name="TPLaunchHelpLink" ma:index="69" nillable="true" ma:displayName="Link to Launch Help Topic" ma:default="" ma:internalName="TPLaunchHelpLink">
      <xsd:simpleType>
        <xsd:restriction base="dms:Text"/>
      </xsd:simpleType>
    </xsd:element>
    <xsd:element name="LocComments" ma:index="70" nillable="true" ma:displayName="Loc Approval Comments" ma:default="" ma:internalName="LocComments" ma:readOnly="false">
      <xsd:simpleType>
        <xsd:restriction base="dms:Note"/>
      </xsd:simpleType>
    </xsd:element>
    <xsd:element name="LocLastLocAttemptVersionLookup" ma:index="71" nillable="true" ma:displayName="Loc Last Loc Attempt Version" ma:default="" ma:list="{7DD1DCEC-E449-43D3-891F-7DC62F62AD21}" ma:internalName="LocLastLocAttemptVersionLookup" ma:readOnly="false" ma:showField="LastLocAttemptVersion" ma:web="4873beb7-5857-4685-be1f-d57550cc96cc">
      <xsd:simpleType>
        <xsd:restriction base="dms:Lookup"/>
      </xsd:simpleType>
    </xsd:element>
    <xsd:element name="LocLastLocAttemptVersionTypeLookup" ma:index="72" nillable="true" ma:displayName="Loc Last Loc Attempt Version Type" ma:default="" ma:list="{7DD1DCEC-E449-43D3-891F-7DC62F62AD21}" ma:internalName="LocLastLocAttemptVersionTypeLookup" ma:readOnly="true" ma:showField="LastLocAttemptVersionType" ma:web="4873beb7-5857-4685-be1f-d57550cc96cc">
      <xsd:simpleType>
        <xsd:restriction base="dms:Lookup"/>
      </xsd:simpleType>
    </xsd:element>
    <xsd:element name="LocManualTestRequired" ma:index="73" nillable="true" ma:displayName="Loc Manual Test Required" ma:default="" ma:internalName="LocManualTestRequired" ma:readOnly="false">
      <xsd:simpleType>
        <xsd:restriction base="dms:Boolean"/>
      </xsd:simpleType>
    </xsd:element>
    <xsd:element name="LocMarketGroupTiers2" ma:index="74" nillable="true" ma:displayName="Loc Market Group Tiers" ma:internalName="LocMarketGroupTiers2" ma:readOnly="false">
      <xsd:simpleType>
        <xsd:restriction base="dms:Unknown"/>
      </xsd:simpleType>
    </xsd:element>
    <xsd:element name="LocNewPublishedVersionLookup" ma:index="75" nillable="true" ma:displayName="Loc New Published Version Lookup" ma:default="" ma:list="{7DD1DCEC-E449-43D3-891F-7DC62F62AD21}" ma:internalName="LocNewPublishedVersionLookup" ma:readOnly="true" ma:showField="NewPublishedVersion" ma:web="4873beb7-5857-4685-be1f-d57550cc96cc">
      <xsd:simpleType>
        <xsd:restriction base="dms:Lookup"/>
      </xsd:simpleType>
    </xsd:element>
    <xsd:element name="LocOverallHandbackStatusLookup" ma:index="76" nillable="true" ma:displayName="Loc Overall Handback Status" ma:default="" ma:list="{7DD1DCEC-E449-43D3-891F-7DC62F62AD21}" ma:internalName="LocOverallHandbackStatusLookup" ma:readOnly="true" ma:showField="OverallHandbackStatus" ma:web="4873beb7-5857-4685-be1f-d57550cc96cc">
      <xsd:simpleType>
        <xsd:restriction base="dms:Lookup"/>
      </xsd:simpleType>
    </xsd:element>
    <xsd:element name="LocOverallLocStatusLookup" ma:index="77" nillable="true" ma:displayName="Loc Overall Localize Status" ma:default="" ma:list="{7DD1DCEC-E449-43D3-891F-7DC62F62AD21}" ma:internalName="LocOverallLocStatusLookup" ma:readOnly="true" ma:showField="OverallLocStatus" ma:web="4873beb7-5857-4685-be1f-d57550cc96cc">
      <xsd:simpleType>
        <xsd:restriction base="dms:Lookup"/>
      </xsd:simpleType>
    </xsd:element>
    <xsd:element name="LocOverallPreviewStatusLookup" ma:index="78" nillable="true" ma:displayName="Loc Overall Preview Status" ma:default="" ma:list="{7DD1DCEC-E449-43D3-891F-7DC62F62AD21}" ma:internalName="LocOverallPreviewStatusLookup" ma:readOnly="true" ma:showField="OverallPreviewStatus" ma:web="4873beb7-5857-4685-be1f-d57550cc96cc">
      <xsd:simpleType>
        <xsd:restriction base="dms:Lookup"/>
      </xsd:simpleType>
    </xsd:element>
    <xsd:element name="LocOverallPublishStatusLookup" ma:index="79" nillable="true" ma:displayName="Loc Overall Publish Status" ma:default="" ma:list="{7DD1DCEC-E449-43D3-891F-7DC62F62AD21}" ma:internalName="LocOverallPublishStatusLookup" ma:readOnly="true" ma:showField="OverallPublishStatus" ma:web="4873beb7-5857-4685-be1f-d57550cc96cc">
      <xsd:simpleType>
        <xsd:restriction base="dms:Lookup"/>
      </xsd:simpleType>
    </xsd:element>
    <xsd:element name="IntlLocPriority" ma:index="80" nillable="true" ma:displayName="Loc Priority" ma:default="" ma:internalName="IntlLocPriority" ma:readOnly="false">
      <xsd:simpleType>
        <xsd:restriction base="dms:Unknown"/>
      </xsd:simpleType>
    </xsd:element>
    <xsd:element name="LocProcessedForHandoffsLookup" ma:index="81" nillable="true" ma:displayName="Loc Processed For Handoffs" ma:default="" ma:list="{7DD1DCEC-E449-43D3-891F-7DC62F62AD21}" ma:internalName="LocProcessedForHandoffsLookup" ma:readOnly="true" ma:showField="ProcessedForHandoffs" ma:web="4873beb7-5857-4685-be1f-d57550cc96cc">
      <xsd:simpleType>
        <xsd:restriction base="dms:Lookup"/>
      </xsd:simpleType>
    </xsd:element>
    <xsd:element name="LocProcessedForMarketsLookup" ma:index="82" nillable="true" ma:displayName="Loc Processed For Markets" ma:default="" ma:list="{7DD1DCEC-E449-43D3-891F-7DC62F62AD21}" ma:internalName="LocProcessedForMarketsLookup" ma:readOnly="true" ma:showField="ProcessedForMarkets" ma:web="4873beb7-5857-4685-be1f-d57550cc96cc">
      <xsd:simpleType>
        <xsd:restriction base="dms:Lookup"/>
      </xsd:simpleType>
    </xsd:element>
    <xsd:element name="LocPublishedDependentAssetsLookup" ma:index="83" nillable="true" ma:displayName="Loc Published Dependent Assets" ma:default="" ma:list="{7DD1DCEC-E449-43D3-891F-7DC62F62AD21}" ma:internalName="LocPublishedDependentAssetsLookup" ma:readOnly="true" ma:showField="PublishedDependentAssets" ma:web="4873beb7-5857-4685-be1f-d57550cc96cc">
      <xsd:simpleType>
        <xsd:restriction base="dms:Lookup"/>
      </xsd:simpleType>
    </xsd:element>
    <xsd:element name="LocPublishedLinkedAssetsLookup" ma:index="84" nillable="true" ma:displayName="Loc Published Linked Assets" ma:default="" ma:list="{7DD1DCEC-E449-43D3-891F-7DC62F62AD21}" ma:internalName="LocPublishedLinkedAssetsLookup" ma:readOnly="true" ma:showField="PublishedLinkedAssets" ma:web="4873beb7-5857-4685-be1f-d57550cc96cc">
      <xsd:simpleType>
        <xsd:restriction base="dms:Lookup"/>
      </xsd:simpleType>
    </xsd:element>
    <xsd:element name="LocRecommendedHandoff" ma:index="85" nillable="true" ma:displayName="Loc Recommended Handoff" ma:default="" ma:indexed="true" ma:internalName="LocRecommendedHandoff" ma:readOnly="false">
      <xsd:simpleType>
        <xsd:restriction base="dms:Text"/>
      </xsd:simpleType>
    </xsd:element>
    <xsd:element name="LocalizationTagsTaxHTField0" ma:index="87" nillable="true" ma:taxonomy="true" ma:internalName="LocalizationTagsTaxHTField0" ma:taxonomyFieldName="LocalizationTags" ma:displayName="Localization Tags" ma:readOnly="false" ma:default="" ma:fieldId="{00f02cb3-2c7c-424a-9c61-10e9b6878429}" ma:taxonomyMulti="true" ma:sspId="8f79753a-75d3-41f5-8ca3-40b843941b4f" ma:termSetId="5b7703a5-8e8b-4b58-8b31-1cea35331da3" ma:anchorId="00000000-0000-0000-0000-000000000000" ma:open="false" ma:isKeyword="false">
      <xsd:complexType>
        <xsd:sequence>
          <xsd:element ref="pc:Terms" minOccurs="0" maxOccurs="1"/>
        </xsd:sequence>
      </xsd:complexType>
    </xsd:element>
    <xsd:element name="MachineTranslated" ma:index="88" nillable="true" ma:displayName="Machine Translated" ma:default="" ma:internalName="MachineTranslated" ma:readOnly="false">
      <xsd:simpleType>
        <xsd:restriction base="dms:Boolean"/>
      </xsd:simpleType>
    </xsd:element>
    <xsd:element name="Manager" ma:index="89" nillable="true" ma:displayName="Manager" ma:hidden="true" ma:internalName="Manager" ma:readOnly="false">
      <xsd:simpleType>
        <xsd:restriction base="dms:Text"/>
      </xsd:simpleType>
    </xsd:element>
    <xsd:element name="Markets" ma:index="90" nillable="true" ma:displayName="Markets" ma:default="" ma:description="Leave blank to show in all markets" ma:list="{2FBD1B11-2ACE-4FDC-B5A3-635D4ADF6F1B}" ma:internalName="Markets" ma:readOnly="false" ma:showField="MarketName"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Milestone" ma:index="91" nillable="true" ma:displayName="Milestone" ma:default="" ma:internalName="Milestone" ma:readOnly="false">
      <xsd:simpleType>
        <xsd:restriction base="dms:Unknown"/>
      </xsd:simpleType>
    </xsd:element>
    <xsd:element name="TPNamespace" ma:index="94" nillable="true" ma:displayName="Namespace" ma:default="" ma:internalName="TPNamespace">
      <xsd:simpleType>
        <xsd:restriction base="dms:Text"/>
      </xsd:simpleType>
    </xsd:element>
    <xsd:element name="NumericId" ma:index="95" nillable="true" ma:displayName="Numeric ID" ma:default="" ma:indexed="true" ma:internalName="NumericId" ma:readOnly="false">
      <xsd:simpleType>
        <xsd:restriction base="dms:Number"/>
      </xsd:simpleType>
    </xsd:element>
    <xsd:element name="NumOfRatingsLookup" ma:index="96" nillable="true" ma:displayName="NumOfRatings" ma:default="" ma:list="{9E343742-310B-4684-A24C-1D137CB4B230}" ma:internalName="NumOfRatingsLookup" ma:readOnly="true" ma:showField="NumOfRatings"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OOCacheId" ma:index="97" nillable="true" ma:displayName="OOCacheId" ma:internalName="OOCacheId" ma:readOnly="false">
      <xsd:simpleType>
        <xsd:restriction base="dms:Text"/>
      </xsd:simpleType>
    </xsd:element>
    <xsd:element name="OpenTemplate" ma:index="98" nillable="true" ma:displayName="Open Template" ma:default="true" ma:internalName="OpenTemplate">
      <xsd:simpleType>
        <xsd:restriction base="dms:Boolean"/>
      </xsd:simpleType>
    </xsd:element>
    <xsd:element name="OriginAsset" ma:index="99" nillable="true" ma:displayName="Origin Asset" ma:default="" ma:internalName="OriginAsset" ma:readOnly="false">
      <xsd:simpleType>
        <xsd:restriction base="dms:Text"/>
      </xsd:simpleType>
    </xsd:element>
    <xsd:element name="OriginalRelease" ma:index="100" nillable="true" ma:displayName="Original Release" ma:default="15" ma:internalName="OriginalRelease" ma:readOnly="false">
      <xsd:simpleType>
        <xsd:restriction base="dms:Choice">
          <xsd:enumeration value="14"/>
          <xsd:enumeration value="15"/>
          <xsd:enumeration value="16"/>
        </xsd:restriction>
      </xsd:simpleType>
    </xsd:element>
    <xsd:element name="OriginalSourceMarket" ma:index="101" nillable="true" ma:displayName="Original Source Market Group" ma:default="" ma:internalName="OriginalSourceMarket" ma:readOnly="false">
      <xsd:simpleType>
        <xsd:restriction base="dms:Text"/>
      </xsd:simpleType>
    </xsd:element>
    <xsd:element name="OutputCachingOn" ma:index="102" nillable="true" ma:displayName="Output Caching" ma:default="true" ma:hidden="true" ma:internalName="OutputCachingOn" ma:readOnly="false">
      <xsd:simpleType>
        <xsd:restriction base="dms:Boolean"/>
      </xsd:simpleType>
    </xsd:element>
    <xsd:element name="ParentAssetId" ma:index="103" nillable="true" ma:displayName="Parent Asset Id" ma:default="" ma:internalName="ParentAssetId" ma:readOnly="false">
      <xsd:simpleType>
        <xsd:restriction base="dms:Text"/>
      </xsd:simpleType>
    </xsd:element>
    <xsd:element name="PlannedPubDate" ma:index="104" nillable="true" ma:displayName="Planned Publish Date" ma:default="" ma:indexed="true" ma:internalName="PlannedPubDate" ma:readOnly="false">
      <xsd:simpleType>
        <xsd:restriction base="dms:DateTime"/>
      </xsd:simpleType>
    </xsd:element>
    <xsd:element name="PolicheckWords" ma:index="105" nillable="true" ma:displayName="Policheck Words" ma:default="" ma:internalName="PolicheckWords" ma:readOnly="false">
      <xsd:simpleType>
        <xsd:restriction base="dms:Text"/>
      </xsd:simpleType>
    </xsd:element>
    <xsd:element name="BusinessGroup" ma:index="106" nillable="true" ma:displayName="Product Division Owner" ma:default="" ma:internalName="BusinessGroup" ma:readOnly="false">
      <xsd:simpleType>
        <xsd:restriction base="dms:Unknown"/>
      </xsd:simpleType>
    </xsd:element>
    <xsd:element name="UAProjectedTotalWords" ma:index="107" nillable="true" ma:displayName="Projected Word Count" ma:default="" ma:internalName="UAProjectedTotalWords" ma:readOnly="false">
      <xsd:simpleType>
        <xsd:restriction base="dms:Unknown"/>
      </xsd:simpleType>
    </xsd:element>
    <xsd:element name="Provider" ma:index="108" nillable="true" ma:displayName="Provider" ma:default="" ma:internalName="Provider" ma:readOnly="false">
      <xsd:simpleType>
        <xsd:restriction base="dms:Unknown"/>
      </xsd:simpleType>
    </xsd:element>
    <xsd:element name="Providers" ma:index="109" nillable="true" ma:displayName="Providers" ma:default="" ma:internalName="Providers">
      <xsd:simpleType>
        <xsd:restriction base="dms:Unknown"/>
      </xsd:simpleType>
    </xsd:element>
    <xsd:element name="PublishStatusLookup" ma:index="110" nillable="true" ma:displayName="Publish Status" ma:default="" ma:list="{9E343742-310B-4684-A24C-1D137CB4B230}" ma:internalName="PublishStatusLookup" ma:readOnly="false" ma:showField="PublishStatus"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PublishTargets" ma:index="111" nillable="true" ma:displayName="Publish Target" ma:default="OfficeOnlineVNext" ma:internalName="PublishTargets" ma:readOnly="false">
      <xsd:simpleType>
        <xsd:restriction base="dms:Unknown"/>
      </xsd:simpleType>
    </xsd:element>
    <xsd:element name="RecommendationsModifier" ma:index="112" nillable="true" ma:displayName="Recommendations Modifier" ma:default="" ma:internalName="RecommendationsModifier" ma:readOnly="false">
      <xsd:simpleType>
        <xsd:restriction base="dms:Number"/>
      </xsd:simpleType>
    </xsd:element>
    <xsd:element name="ArtSampleDocs" ma:index="113" nillable="true" ma:displayName="Sample Docs" ma:default="" ma:hidden="true" ma:internalName="ArtSampleDocs" ma:readOnly="false">
      <xsd:simpleType>
        <xsd:restriction base="dms:Text"/>
      </xsd:simpleType>
    </xsd:element>
    <xsd:element name="ScenarioTagsTaxHTField0" ma:index="115" nillable="true" ma:taxonomy="true" ma:internalName="ScenarioTagsTaxHTField0" ma:taxonomyFieldName="ScenarioTags" ma:displayName="Scenarios" ma:readOnly="false" ma:default="" ma:fieldId="{93aef74d-6c78-4815-8310-51477dceeccc}" ma:taxonomyMulti="true" ma:sspId="8f79753a-75d3-41f5-8ca3-40b843941b4f" ma:termSetId="4b7d5f16-e2f2-4fc0-bab3-6e8b931e57d6" ma:anchorId="00000000-0000-0000-0000-000000000000" ma:open="false" ma:isKeyword="false">
      <xsd:complexType>
        <xsd:sequence>
          <xsd:element ref="pc:Terms" minOccurs="0" maxOccurs="1"/>
        </xsd:sequence>
      </xsd:complexType>
    </xsd:element>
    <xsd:element name="ShowIn" ma:index="117" nillable="true" ma:displayName="Show In" ma:default="Show everywhere" ma:internalName="ShowIn" ma:readOnly="false">
      <xsd:simpleType>
        <xsd:restriction base="dms:Choice">
          <xsd:enumeration value="Hide on web"/>
          <xsd:enumeration value="On Web no search"/>
          <xsd:enumeration value="Show everywhere"/>
          <xsd:enumeration value="Special use only"/>
        </xsd:restriction>
      </xsd:simpleType>
    </xsd:element>
    <xsd:element name="SourceTitle" ma:index="118" nillable="true" ma:displayName="Source Title" ma:default="" ma:indexed="true" ma:internalName="SourceTitle" ma:readOnly="false">
      <xsd:simpleType>
        <xsd:restriction base="dms:Text"/>
      </xsd:simpleType>
    </xsd:element>
    <xsd:element name="CSXSubmissionDate" ma:index="119" nillable="true" ma:displayName="Submission Date" ma:default="" ma:internalName="CSXSubmissionDate" ma:readOnly="false">
      <xsd:simpleType>
        <xsd:restriction base="dms:DateTime"/>
      </xsd:simpleType>
    </xsd:element>
    <xsd:element name="SubmitterId" ma:index="120" nillable="true" ma:displayName="Submitter ID" ma:default="" ma:internalName="SubmitterId" ma:readOnly="false">
      <xsd:simpleType>
        <xsd:restriction base="dms:Text"/>
      </xsd:simpleType>
    </xsd:element>
    <xsd:element name="TaxCatchAll" ma:index="121" nillable="true" ma:displayName="Taxonomy Catch All Column" ma:hidden="true" ma:list="{530f955b-6704-4601-bd83-f81d87f1e440}" ma:internalName="TaxCatchAll" ma:showField="CatchAllData"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TaxCatchAllLabel" ma:index="122" nillable="true" ma:displayName="Taxonomy Catch All Column1" ma:hidden="true" ma:list="{530f955b-6704-4601-bd83-f81d87f1e440}" ma:internalName="TaxCatchAllLabel" ma:readOnly="true" ma:showField="CatchAllDataLabel"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TemplateStatus" ma:index="123" nillable="true" ma:displayName="Template Status" ma:default="" ma:internalName="TemplateStatus">
      <xsd:simpleType>
        <xsd:restriction base="dms:Unknown"/>
      </xsd:simpleType>
    </xsd:element>
    <xsd:element name="TemplateTemplateType" ma:index="124" nillable="true" ma:displayName="Template Type" ma:default="" ma:internalName="TemplateTemplateType">
      <xsd:simpleType>
        <xsd:restriction base="dms:Unknown"/>
      </xsd:simpleType>
    </xsd:element>
    <xsd:element name="ThumbnailAssetId" ma:index="125" nillable="true" ma:displayName="Thumbnail Image Asset" ma:default="" ma:internalName="ThumbnailAssetId" ma:readOnly="false">
      <xsd:simpleType>
        <xsd:restriction base="dms:Text"/>
      </xsd:simpleType>
    </xsd:element>
    <xsd:element name="TimesCloned" ma:index="126" nillable="true" ma:displayName="Times Cloned" ma:default="" ma:internalName="TimesCloned" ma:readOnly="false">
      <xsd:simpleType>
        <xsd:restriction base="dms:Number"/>
      </xsd:simpleType>
    </xsd:element>
    <xsd:element name="TrustLevel" ma:index="128" nillable="true" ma:displayName="Trust Level" ma:default="1 Microsoft Managed Content" ma:internalName="TrustLevel" ma:readOnly="false">
      <xsd:simpleType>
        <xsd:restriction base="dms:Unknown"/>
      </xsd:simpleType>
    </xsd:element>
    <xsd:element name="UALocComments" ma:index="129" nillable="true" ma:displayName="UA Loc Comments" ma:default="" ma:internalName="UALocComments" ma:readOnly="false">
      <xsd:simpleType>
        <xsd:restriction base="dms:Note"/>
      </xsd:simpleType>
    </xsd:element>
    <xsd:element name="UALocRecommendation" ma:index="130" nillable="true" ma:displayName="UA Loc Recommendation" ma:default="Localize" ma:internalName="UALocRecommendation" ma:readOnly="false">
      <xsd:simpleType>
        <xsd:restriction base="dms:Choice">
          <xsd:enumeration value="Localize"/>
          <xsd:enumeration value="Never Localize"/>
          <xsd:enumeration value="Priority Localize"/>
        </xsd:restriction>
      </xsd:simpleType>
    </xsd:element>
    <xsd:element name="UANotes" ma:index="131" nillable="true" ma:displayName="UA Notes" ma:default="" ma:internalName="UANotes" ma:readOnly="false">
      <xsd:simpleType>
        <xsd:restriction base="dms:Note"/>
      </xsd:simpleType>
    </xsd:element>
    <xsd:element name="TPAppVersion" ma:index="132" nillable="true" ma:displayName="Version" ma:default="" ma:internalName="TPAppVersion">
      <xsd:simpleType>
        <xsd:restriction base="dms:Text"/>
      </xsd:simpleType>
    </xsd:element>
    <xsd:element name="VoteCount" ma:index="133" nillable="true" ma:displayName="Vote Count" ma:default="" ma:internalName="VoteCount" ma:readOnly="false">
      <xsd:simpleType>
        <xsd:restriction base="dms:Unknow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22" ma:displayName="Content Type"/>
        <xsd:element ref="dc:title" minOccurs="0" maxOccurs="1" ma:index="127"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APDescription xmlns="4873beb7-5857-4685-be1f-d57550cc96cc" xsi:nil="true"/>
    <AssetExpire xmlns="4873beb7-5857-4685-be1f-d57550cc96cc">2029-01-01T08:00:00+00:00</AssetExpire>
    <CampaignTagsTaxHTField0 xmlns="4873beb7-5857-4685-be1f-d57550cc96cc">
      <Terms xmlns="http://schemas.microsoft.com/office/infopath/2007/PartnerControls"/>
    </CampaignTagsTaxHTField0>
    <IntlLangReviewDate xmlns="4873beb7-5857-4685-be1f-d57550cc96cc" xsi:nil="true"/>
    <TPFriendlyName xmlns="4873beb7-5857-4685-be1f-d57550cc96cc" xsi:nil="true"/>
    <IntlLangReview xmlns="4873beb7-5857-4685-be1f-d57550cc96cc">false</IntlLangReview>
    <LocLastLocAttemptVersionLookup xmlns="4873beb7-5857-4685-be1f-d57550cc96cc">855024</LocLastLocAttemptVersionLookup>
    <PolicheckWords xmlns="4873beb7-5857-4685-be1f-d57550cc96cc" xsi:nil="true"/>
    <SubmitterId xmlns="4873beb7-5857-4685-be1f-d57550cc96cc" xsi:nil="true"/>
    <AcquiredFrom xmlns="4873beb7-5857-4685-be1f-d57550cc96cc">Internal MS</AcquiredFrom>
    <EditorialStatus xmlns="4873beb7-5857-4685-be1f-d57550cc96cc">Complete</EditorialStatus>
    <Markets xmlns="4873beb7-5857-4685-be1f-d57550cc96cc"/>
    <OriginAsset xmlns="4873beb7-5857-4685-be1f-d57550cc96cc" xsi:nil="true"/>
    <AssetStart xmlns="4873beb7-5857-4685-be1f-d57550cc96cc">2012-08-31T08:50:00+00:00</AssetStart>
    <FriendlyTitle xmlns="4873beb7-5857-4685-be1f-d57550cc96cc" xsi:nil="true"/>
    <MarketSpecific xmlns="4873beb7-5857-4685-be1f-d57550cc96cc">false</MarketSpecific>
    <TPNamespace xmlns="4873beb7-5857-4685-be1f-d57550cc96cc" xsi:nil="true"/>
    <PublishStatusLookup xmlns="4873beb7-5857-4685-be1f-d57550cc96cc">
      <Value>1616423</Value>
    </PublishStatusLookup>
    <APAuthor xmlns="4873beb7-5857-4685-be1f-d57550cc96cc">
      <UserInfo>
        <DisplayName>REDMOND\kristaa</DisplayName>
        <AccountId>136</AccountId>
        <AccountType/>
      </UserInfo>
    </APAuthor>
    <TPCommandLine xmlns="4873beb7-5857-4685-be1f-d57550cc96cc" xsi:nil="true"/>
    <IntlLangReviewer xmlns="4873beb7-5857-4685-be1f-d57550cc96cc" xsi:nil="true"/>
    <OpenTemplate xmlns="4873beb7-5857-4685-be1f-d57550cc96cc">true</OpenTemplate>
    <CSXSubmissionDate xmlns="4873beb7-5857-4685-be1f-d57550cc96cc" xsi:nil="true"/>
    <TaxCatchAll xmlns="4873beb7-5857-4685-be1f-d57550cc96cc"/>
    <Manager xmlns="4873beb7-5857-4685-be1f-d57550cc96cc" xsi:nil="true"/>
    <NumericId xmlns="4873beb7-5857-4685-be1f-d57550cc96cc" xsi:nil="true"/>
    <ParentAssetId xmlns="4873beb7-5857-4685-be1f-d57550cc96cc" xsi:nil="true"/>
    <OriginalSourceMarket xmlns="4873beb7-5857-4685-be1f-d57550cc96cc" xsi:nil="true"/>
    <ApprovalStatus xmlns="4873beb7-5857-4685-be1f-d57550cc96cc">InProgress</ApprovalStatus>
    <TPComponent xmlns="4873beb7-5857-4685-be1f-d57550cc96cc" xsi:nil="true"/>
    <EditorialTags xmlns="4873beb7-5857-4685-be1f-d57550cc96cc" xsi:nil="true"/>
    <TPExecutable xmlns="4873beb7-5857-4685-be1f-d57550cc96cc" xsi:nil="true"/>
    <TPLaunchHelpLink xmlns="4873beb7-5857-4685-be1f-d57550cc96cc" xsi:nil="true"/>
    <LocComments xmlns="4873beb7-5857-4685-be1f-d57550cc96cc" xsi:nil="true"/>
    <LocRecommendedHandoff xmlns="4873beb7-5857-4685-be1f-d57550cc96cc" xsi:nil="true"/>
    <SourceTitle xmlns="4873beb7-5857-4685-be1f-d57550cc96cc" xsi:nil="true"/>
    <CSXUpdate xmlns="4873beb7-5857-4685-be1f-d57550cc96cc">false</CSXUpdate>
    <IntlLocPriority xmlns="4873beb7-5857-4685-be1f-d57550cc96cc" xsi:nil="true"/>
    <UAProjectedTotalWords xmlns="4873beb7-5857-4685-be1f-d57550cc96cc" xsi:nil="true"/>
    <AssetType xmlns="4873beb7-5857-4685-be1f-d57550cc96cc">TP</AssetType>
    <MachineTranslated xmlns="4873beb7-5857-4685-be1f-d57550cc96cc">false</MachineTranslated>
    <OutputCachingOn xmlns="4873beb7-5857-4685-be1f-d57550cc96cc">false</OutputCachingOn>
    <TemplateStatus xmlns="4873beb7-5857-4685-be1f-d57550cc96cc">Complete</TemplateStatus>
    <IsSearchable xmlns="4873beb7-5857-4685-be1f-d57550cc96cc">true</IsSearchable>
    <ContentItem xmlns="4873beb7-5857-4685-be1f-d57550cc96cc" xsi:nil="true"/>
    <HandoffToMSDN xmlns="4873beb7-5857-4685-be1f-d57550cc96cc" xsi:nil="true"/>
    <ShowIn xmlns="4873beb7-5857-4685-be1f-d57550cc96cc">Show everywhere</ShowIn>
    <ThumbnailAssetId xmlns="4873beb7-5857-4685-be1f-d57550cc96cc" xsi:nil="true"/>
    <UALocComments xmlns="4873beb7-5857-4685-be1f-d57550cc96cc" xsi:nil="true"/>
    <UALocRecommendation xmlns="4873beb7-5857-4685-be1f-d57550cc96cc">Localize</UALocRecommendation>
    <LastModifiedDateTime xmlns="4873beb7-5857-4685-be1f-d57550cc96cc" xsi:nil="true"/>
    <LegacyData xmlns="4873beb7-5857-4685-be1f-d57550cc96cc" xsi:nil="true"/>
    <LocManualTestRequired xmlns="4873beb7-5857-4685-be1f-d57550cc96cc">false</LocManualTestRequired>
    <LocMarketGroupTiers2 xmlns="4873beb7-5857-4685-be1f-d57550cc96cc" xsi:nil="true"/>
    <ClipArtFilename xmlns="4873beb7-5857-4685-be1f-d57550cc96cc" xsi:nil="true"/>
    <TPApplication xmlns="4873beb7-5857-4685-be1f-d57550cc96cc" xsi:nil="true"/>
    <CSXHash xmlns="4873beb7-5857-4685-be1f-d57550cc96cc" xsi:nil="true"/>
    <DirectSourceMarket xmlns="4873beb7-5857-4685-be1f-d57550cc96cc" xsi:nil="true"/>
    <PrimaryImageGen xmlns="4873beb7-5857-4685-be1f-d57550cc96cc">true</PrimaryImageGen>
    <PlannedPubDate xmlns="4873beb7-5857-4685-be1f-d57550cc96cc" xsi:nil="true"/>
    <CSXSubmissionMarket xmlns="4873beb7-5857-4685-be1f-d57550cc96cc" xsi:nil="true"/>
    <Downloads xmlns="4873beb7-5857-4685-be1f-d57550cc96cc">0</Downloads>
    <ArtSampleDocs xmlns="4873beb7-5857-4685-be1f-d57550cc96cc" xsi:nil="true"/>
    <TrustLevel xmlns="4873beb7-5857-4685-be1f-d57550cc96cc">1 Microsoft Managed Content</TrustLevel>
    <BlockPublish xmlns="4873beb7-5857-4685-be1f-d57550cc96cc">false</BlockPublish>
    <TPLaunchHelpLinkType xmlns="4873beb7-5857-4685-be1f-d57550cc96cc">Template</TPLaunchHelpLinkType>
    <LocalizationTagsTaxHTField0 xmlns="4873beb7-5857-4685-be1f-d57550cc96cc">
      <Terms xmlns="http://schemas.microsoft.com/office/infopath/2007/PartnerControls"/>
    </LocalizationTagsTaxHTField0>
    <BusinessGroup xmlns="4873beb7-5857-4685-be1f-d57550cc96cc" xsi:nil="true"/>
    <Providers xmlns="4873beb7-5857-4685-be1f-d57550cc96cc" xsi:nil="true"/>
    <TemplateTemplateType xmlns="4873beb7-5857-4685-be1f-d57550cc96cc">PowerPoint Presentation Template</TemplateTemplateType>
    <TimesCloned xmlns="4873beb7-5857-4685-be1f-d57550cc96cc" xsi:nil="true"/>
    <TPAppVersion xmlns="4873beb7-5857-4685-be1f-d57550cc96cc" xsi:nil="true"/>
    <VoteCount xmlns="4873beb7-5857-4685-be1f-d57550cc96cc" xsi:nil="true"/>
    <AverageRating xmlns="4873beb7-5857-4685-be1f-d57550cc96cc" xsi:nil="true"/>
    <FeatureTagsTaxHTField0 xmlns="4873beb7-5857-4685-be1f-d57550cc96cc">
      <Terms xmlns="http://schemas.microsoft.com/office/infopath/2007/PartnerControls"/>
    </FeatureTagsTaxHTField0>
    <Provider xmlns="4873beb7-5857-4685-be1f-d57550cc96cc" xsi:nil="true"/>
    <UACurrentWords xmlns="4873beb7-5857-4685-be1f-d57550cc96cc" xsi:nil="true"/>
    <AssetId xmlns="4873beb7-5857-4685-be1f-d57550cc96cc">TP103431361</AssetId>
    <TPClientViewer xmlns="4873beb7-5857-4685-be1f-d57550cc96cc" xsi:nil="true"/>
    <DSATActionTaken xmlns="4873beb7-5857-4685-be1f-d57550cc96cc" xsi:nil="true"/>
    <APEditor xmlns="4873beb7-5857-4685-be1f-d57550cc96cc">
      <UserInfo>
        <DisplayName/>
        <AccountId xsi:nil="true"/>
        <AccountType/>
      </UserInfo>
    </APEditor>
    <TPInstallLocation xmlns="4873beb7-5857-4685-be1f-d57550cc96cc" xsi:nil="true"/>
    <OOCacheId xmlns="4873beb7-5857-4685-be1f-d57550cc96cc" xsi:nil="true"/>
    <IsDeleted xmlns="4873beb7-5857-4685-be1f-d57550cc96cc">false</IsDeleted>
    <PublishTargets xmlns="4873beb7-5857-4685-be1f-d57550cc96cc">OfficeOnlineVNext</PublishTargets>
    <ApprovalLog xmlns="4873beb7-5857-4685-be1f-d57550cc96cc" xsi:nil="true"/>
    <BugNumber xmlns="4873beb7-5857-4685-be1f-d57550cc96cc" xsi:nil="true"/>
    <CrawlForDependencies xmlns="4873beb7-5857-4685-be1f-d57550cc96cc">false</CrawlForDependencies>
    <InternalTagsTaxHTField0 xmlns="4873beb7-5857-4685-be1f-d57550cc96cc">
      <Terms xmlns="http://schemas.microsoft.com/office/infopath/2007/PartnerControls"/>
    </InternalTagsTaxHTField0>
    <LastHandOff xmlns="4873beb7-5857-4685-be1f-d57550cc96cc" xsi:nil="true"/>
    <Milestone xmlns="4873beb7-5857-4685-be1f-d57550cc96cc" xsi:nil="true"/>
    <OriginalRelease xmlns="4873beb7-5857-4685-be1f-d57550cc96cc">15</OriginalRelease>
    <RecommendationsModifier xmlns="4873beb7-5857-4685-be1f-d57550cc96cc" xsi:nil="true"/>
    <ScenarioTagsTaxHTField0 xmlns="4873beb7-5857-4685-be1f-d57550cc96cc">
      <Terms xmlns="http://schemas.microsoft.com/office/infopath/2007/PartnerControls"/>
    </ScenarioTagsTaxHTField0>
    <UANotes xmlns="4873beb7-5857-4685-be1f-d57550cc96cc" xsi:nil="true"/>
  </documentManagement>
</p:properties>
</file>

<file path=customXml/item3.xml><?xml version="1.0" encoding="utf-8"?>
<?mso-contentType ?>
<FormTemplates xmlns="http://schemas.microsoft.com/sharepoint/v3/contenttype/forms">
  <Display>DocumentLibraryForm</Display>
  <Edit>AssetEditForm</Edit>
  <New>DocumentLibraryForm</New>
</FormTemplates>
</file>

<file path=customXml/itemProps1.xml><?xml version="1.0" encoding="utf-8"?>
<ds:datastoreItem xmlns:ds="http://schemas.openxmlformats.org/officeDocument/2006/customXml" ds:itemID="{28C8B9CA-0273-4370-889A-FC05DA5C2FA5}">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4873beb7-5857-4685-be1f-d57550cc96cc"/>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8CDDBB83-77C1-4099-A0AA-289882E745E2}">
  <ds:schemaRefs>
    <ds:schemaRef ds:uri="http://purl.org/dc/terms/"/>
    <ds:schemaRef ds:uri="http://purl.org/dc/dcmitype/"/>
    <ds:schemaRef ds:uri="http://www.w3.org/XML/1998/namespace"/>
    <ds:schemaRef ds:uri="http://purl.org/dc/elements/1.1/"/>
    <ds:schemaRef ds:uri="http://schemas.microsoft.com/office/infopath/2007/PartnerControls"/>
    <ds:schemaRef ds:uri="http://schemas.microsoft.com/office/2006/documentManagement/types"/>
    <ds:schemaRef ds:uri="http://schemas.openxmlformats.org/package/2006/metadata/core-properties"/>
    <ds:schemaRef ds:uri="4873beb7-5857-4685-be1f-d57550cc96cc"/>
    <ds:schemaRef ds:uri="http://schemas.microsoft.com/office/2006/metadata/properties"/>
  </ds:schemaRefs>
</ds:datastoreItem>
</file>

<file path=customXml/itemProps3.xml><?xml version="1.0" encoding="utf-8"?>
<ds:datastoreItem xmlns:ds="http://schemas.openxmlformats.org/officeDocument/2006/customXml" ds:itemID="{561E720F-F05D-4536-9C34-0CFCED65D3B7}">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
  <TotalTime>0</TotalTime>
  <Words>1887</Words>
  <Application>Microsoft Office PowerPoint</Application>
  <PresentationFormat>全屏显示(4:3)</PresentationFormat>
  <Paragraphs>145</Paragraphs>
  <Slides>42</Slides>
  <Notes>1</Notes>
  <HiddenSlides>0</HiddenSlides>
  <MMClips>0</MMClips>
  <ScaleCrop>false</ScaleCrop>
  <HeadingPairs>
    <vt:vector size="8" baseType="variant">
      <vt:variant>
        <vt:lpstr>已用的字体</vt:lpstr>
      </vt:variant>
      <vt:variant>
        <vt:i4>3</vt:i4>
      </vt:variant>
      <vt:variant>
        <vt:lpstr>主题</vt:lpstr>
      </vt:variant>
      <vt:variant>
        <vt:i4>1</vt:i4>
      </vt:variant>
      <vt:variant>
        <vt:lpstr>嵌入 OLE 服务器</vt:lpstr>
      </vt:variant>
      <vt:variant>
        <vt:i4>1</vt:i4>
      </vt:variant>
      <vt:variant>
        <vt:lpstr>幻灯片标题</vt:lpstr>
      </vt:variant>
      <vt:variant>
        <vt:i4>42</vt:i4>
      </vt:variant>
    </vt:vector>
  </HeadingPairs>
  <TitlesOfParts>
    <vt:vector size="47" baseType="lpstr">
      <vt:lpstr>微软雅黑</vt:lpstr>
      <vt:lpstr>Euphemia</vt:lpstr>
      <vt:lpstr>Wingdings</vt:lpstr>
      <vt:lpstr>学术文献 16x9</vt:lpstr>
      <vt:lpstr>Equation</vt:lpstr>
      <vt:lpstr>Compilers</vt:lpstr>
      <vt:lpstr>Intermediate- Code Generation</vt:lpstr>
      <vt:lpstr>Outlines</vt:lpstr>
      <vt:lpstr>Introduction</vt:lpstr>
      <vt:lpstr>7.1 Variants of Syntax Trees</vt:lpstr>
      <vt:lpstr>7.2 Three-Address Code</vt:lpstr>
      <vt:lpstr>7.2 Three-Address Code – Addresses and Instructions</vt:lpstr>
      <vt:lpstr>7.2 Three-Address Code – Addresses and Instructions</vt:lpstr>
      <vt:lpstr>7.2 Three-Address Code – Quadruples</vt:lpstr>
      <vt:lpstr>7.2 Three-Address Code – Triples</vt:lpstr>
      <vt:lpstr>7.2 Three-Address Code – Indirect Triples</vt:lpstr>
      <vt:lpstr>7.2 Three-Address Code – Triples</vt:lpstr>
      <vt:lpstr>Three-Address Code – SSA</vt:lpstr>
      <vt:lpstr>7.3 Types and Declarations</vt:lpstr>
      <vt:lpstr>7.3 Types and Declarations-Type Expressions</vt:lpstr>
      <vt:lpstr>7.3 Types and Declarations-Type Expressions</vt:lpstr>
      <vt:lpstr>7.3 Types and Declarations-Type Equivalence</vt:lpstr>
      <vt:lpstr>7.3 Types and Declarations-Examples</vt:lpstr>
      <vt:lpstr>7.3 Types and Declarations-Declaration</vt:lpstr>
      <vt:lpstr>7.3 Types and Declarations-Storage Layout for Local Names</vt:lpstr>
      <vt:lpstr>7.3 Types and Declarations-Sequences of Declarations</vt:lpstr>
      <vt:lpstr>7.3 Types and Declarations-Fields in Records and Classes</vt:lpstr>
      <vt:lpstr>7.4 Translation of Expressions-Operations Within Expressions</vt:lpstr>
      <vt:lpstr>7.4 Translation of Expressions-Incremental Translation</vt:lpstr>
      <vt:lpstr>7.4 Translation of Expressions-Addressing Array Elements</vt:lpstr>
      <vt:lpstr>7.4 Translation of Expressions-Addressing Array Elements</vt:lpstr>
      <vt:lpstr>7.4 Translation of Expressions-Addressing Array Elements</vt:lpstr>
      <vt:lpstr>7.4 Translation of Expressions-Addressing Array Elements</vt:lpstr>
      <vt:lpstr>7.5 Type checking-Rules for Type Checking</vt:lpstr>
      <vt:lpstr>7.5 Type checking-Type Conversions</vt:lpstr>
      <vt:lpstr>7.5 Type checking-Type Conversions</vt:lpstr>
      <vt:lpstr>7.5 Type checking-Type Conversions</vt:lpstr>
      <vt:lpstr>7.6 Control Flow – Introduction</vt:lpstr>
      <vt:lpstr>7.6 Control Flow – Boolean Expressions</vt:lpstr>
      <vt:lpstr>7.5 Control Flow – Flow-of-Control Statements</vt:lpstr>
      <vt:lpstr>7.6 Control Flow – Flow-of-Control Statements</vt:lpstr>
      <vt:lpstr>7.6 Control Flow – Translation of Boolean Expressions</vt:lpstr>
      <vt:lpstr>7.7 Switch- Statements</vt:lpstr>
      <vt:lpstr>7.7 Switch- Statements</vt:lpstr>
      <vt:lpstr>7.8 Intermediate Code for Procedures</vt:lpstr>
      <vt:lpstr>7.8 Intermediate Code for Procedures</vt:lpstr>
      <vt:lpstr>7.8 Intermediate Code for Procedures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
  <cp:revision>1</cp:revision>
  <dcterms:created xsi:type="dcterms:W3CDTF">2017-04-09T02:54:44Z</dcterms:created>
  <dcterms:modified xsi:type="dcterms:W3CDTF">2020-05-19T06:47:37Z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0x0101006EDDDB5EE6D98C44930B742096920B300400F5B6D36B3EF94B4E9A635CDF2A18F5B8</vt:lpwstr>
  </property>
  <property fmtid="{D5CDD505-2E9C-101B-9397-08002B2CF9AE}" pid="3" name="InternalTags">
    <vt:lpwstr/>
  </property>
  <property fmtid="{D5CDD505-2E9C-101B-9397-08002B2CF9AE}" pid="4" name="FeatureTags">
    <vt:lpwstr/>
  </property>
  <property fmtid="{D5CDD505-2E9C-101B-9397-08002B2CF9AE}" pid="5" name="LocalizationTags">
    <vt:lpwstr/>
  </property>
  <property fmtid="{D5CDD505-2E9C-101B-9397-08002B2CF9AE}" pid="6" name="ScenarioTags">
    <vt:lpwstr/>
  </property>
  <property fmtid="{D5CDD505-2E9C-101B-9397-08002B2CF9AE}" pid="7" name="CampaignTags">
    <vt:lpwstr/>
  </property>
</Properties>
</file>