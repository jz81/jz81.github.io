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vml" ContentType="application/vnd.openxmlformats-officedocument.vmlDrawing"/>
  <Default Extension="wdp" ContentType="image/vnd.ms-photo"/>
  <Default Extension="wmf" ContentType="image/x-wm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48" r:id="rId4"/>
  </p:sldMasterIdLst>
  <p:notesMasterIdLst>
    <p:notesMasterId r:id="rId20"/>
  </p:notesMasterIdLst>
  <p:handoutMasterIdLst>
    <p:handoutMasterId r:id="rId21"/>
  </p:handoutMasterIdLst>
  <p:sldIdLst>
    <p:sldId id="256" r:id="rId5"/>
    <p:sldId id="261" r:id="rId6"/>
    <p:sldId id="274" r:id="rId7"/>
    <p:sldId id="262" r:id="rId8"/>
    <p:sldId id="263" r:id="rId9"/>
    <p:sldId id="264" r:id="rId10"/>
    <p:sldId id="266" r:id="rId11"/>
    <p:sldId id="267" r:id="rId12"/>
    <p:sldId id="265" r:id="rId13"/>
    <p:sldId id="268" r:id="rId14"/>
    <p:sldId id="269" r:id="rId15"/>
    <p:sldId id="271" r:id="rId16"/>
    <p:sldId id="272" r:id="rId17"/>
    <p:sldId id="270" r:id="rId18"/>
    <p:sldId id="273" r:id="rId19"/>
  </p:sldIdLst>
  <p:sldSz cx="9144000" cy="6858000" type="screen4x3"/>
  <p:notesSz cx="6858000" cy="9144000"/>
  <p:defaultTextStyle>
    <a:defPPr rtl="0">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showGuides="1">
      <p:cViewPr varScale="1">
        <p:scale>
          <a:sx n="82" d="100"/>
          <a:sy n="82" d="100"/>
        </p:scale>
        <p:origin x="1430" y="77"/>
      </p:cViewPr>
      <p:guideLst>
        <p:guide orient="horz" pos="2160"/>
        <p:guide pos="2880"/>
      </p:guideLst>
    </p:cSldViewPr>
  </p:slideViewPr>
  <p:notesTextViewPr>
    <p:cViewPr>
      <p:scale>
        <a:sx n="1" d="1"/>
        <a:sy n="1" d="1"/>
      </p:scale>
      <p:origin x="0" y="0"/>
    </p:cViewPr>
  </p:notesTextViewPr>
  <p:notesViewPr>
    <p:cSldViewPr snapToGrid="0" showGuides="1">
      <p:cViewPr varScale="1">
        <p:scale>
          <a:sx n="99" d="100"/>
          <a:sy n="99" d="100"/>
        </p:scale>
        <p:origin x="3570" y="9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drawings/_rels/vmlDrawing1.vml.rels><?xml version="1.0" encoding="UTF-8" standalone="yes"?>
<Relationships xmlns="http://schemas.openxmlformats.org/package/2006/relationships"><Relationship Id="rId8" Type="http://schemas.openxmlformats.org/officeDocument/2006/relationships/image" Target="../media/image10.wmf"/><Relationship Id="rId3" Type="http://schemas.openxmlformats.org/officeDocument/2006/relationships/image" Target="../media/image5.wmf"/><Relationship Id="rId7" Type="http://schemas.openxmlformats.org/officeDocument/2006/relationships/image" Target="../media/image9.wmf"/><Relationship Id="rId2" Type="http://schemas.openxmlformats.org/officeDocument/2006/relationships/image" Target="../media/image4.wmf"/><Relationship Id="rId1" Type="http://schemas.openxmlformats.org/officeDocument/2006/relationships/image" Target="../media/image3.wmf"/><Relationship Id="rId6" Type="http://schemas.openxmlformats.org/officeDocument/2006/relationships/image" Target="../media/image8.wmf"/><Relationship Id="rId5" Type="http://schemas.openxmlformats.org/officeDocument/2006/relationships/image" Target="../media/image7.wmf"/><Relationship Id="rId4" Type="http://schemas.openxmlformats.org/officeDocument/2006/relationships/image" Target="../media/image6.wmf"/><Relationship Id="rId9" Type="http://schemas.openxmlformats.org/officeDocument/2006/relationships/image" Target="../media/image11.w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2.wmf"/></Relationships>
</file>

<file path=ppt/drawings/_rels/vmlDrawing3.vml.rels><?xml version="1.0" encoding="UTF-8" standalone="yes"?>
<Relationships xmlns="http://schemas.openxmlformats.org/package/2006/relationships"><Relationship Id="rId8" Type="http://schemas.openxmlformats.org/officeDocument/2006/relationships/image" Target="../media/image20.wmf"/><Relationship Id="rId3" Type="http://schemas.openxmlformats.org/officeDocument/2006/relationships/image" Target="../media/image15.wmf"/><Relationship Id="rId7" Type="http://schemas.openxmlformats.org/officeDocument/2006/relationships/image" Target="../media/image19.wmf"/><Relationship Id="rId2" Type="http://schemas.openxmlformats.org/officeDocument/2006/relationships/image" Target="../media/image14.wmf"/><Relationship Id="rId1" Type="http://schemas.openxmlformats.org/officeDocument/2006/relationships/image" Target="../media/image13.wmf"/><Relationship Id="rId6" Type="http://schemas.openxmlformats.org/officeDocument/2006/relationships/image" Target="../media/image18.wmf"/><Relationship Id="rId5" Type="http://schemas.openxmlformats.org/officeDocument/2006/relationships/image" Target="../media/image17.wmf"/><Relationship Id="rId4" Type="http://schemas.openxmlformats.org/officeDocument/2006/relationships/image" Target="../media/image16.wmf"/></Relationships>
</file>

<file path=ppt/drawings/_rels/vmlDrawing4.vml.rels><?xml version="1.0" encoding="UTF-8" standalone="yes"?>
<Relationships xmlns="http://schemas.openxmlformats.org/package/2006/relationships"><Relationship Id="rId8" Type="http://schemas.openxmlformats.org/officeDocument/2006/relationships/image" Target="../media/image30.wmf"/><Relationship Id="rId13" Type="http://schemas.openxmlformats.org/officeDocument/2006/relationships/image" Target="../media/image35.wmf"/><Relationship Id="rId3" Type="http://schemas.openxmlformats.org/officeDocument/2006/relationships/image" Target="../media/image25.wmf"/><Relationship Id="rId7" Type="http://schemas.openxmlformats.org/officeDocument/2006/relationships/image" Target="../media/image29.wmf"/><Relationship Id="rId12" Type="http://schemas.openxmlformats.org/officeDocument/2006/relationships/image" Target="../media/image34.wmf"/><Relationship Id="rId2" Type="http://schemas.openxmlformats.org/officeDocument/2006/relationships/image" Target="../media/image24.wmf"/><Relationship Id="rId1" Type="http://schemas.openxmlformats.org/officeDocument/2006/relationships/image" Target="../media/image23.wmf"/><Relationship Id="rId6" Type="http://schemas.openxmlformats.org/officeDocument/2006/relationships/image" Target="../media/image28.wmf"/><Relationship Id="rId11" Type="http://schemas.openxmlformats.org/officeDocument/2006/relationships/image" Target="../media/image33.wmf"/><Relationship Id="rId5" Type="http://schemas.openxmlformats.org/officeDocument/2006/relationships/image" Target="../media/image27.wmf"/><Relationship Id="rId10" Type="http://schemas.openxmlformats.org/officeDocument/2006/relationships/image" Target="../media/image32.wmf"/><Relationship Id="rId4" Type="http://schemas.openxmlformats.org/officeDocument/2006/relationships/image" Target="../media/image26.wmf"/><Relationship Id="rId9" Type="http://schemas.openxmlformats.org/officeDocument/2006/relationships/image" Target="../media/image31.wmf"/></Relationships>
</file>

<file path=ppt/drawings/_rels/vmlDrawing5.vml.rels><?xml version="1.0" encoding="UTF-8" standalone="yes"?>
<Relationships xmlns="http://schemas.openxmlformats.org/package/2006/relationships"><Relationship Id="rId2" Type="http://schemas.openxmlformats.org/officeDocument/2006/relationships/image" Target="../media/image37.wmf"/><Relationship Id="rId1" Type="http://schemas.openxmlformats.org/officeDocument/2006/relationships/image" Target="../media/image36.wmf"/></Relationships>
</file>

<file path=ppt/drawings/_rels/vmlDrawing6.vml.rels><?xml version="1.0" encoding="UTF-8" standalone="yes"?>
<Relationships xmlns="http://schemas.openxmlformats.org/package/2006/relationships"><Relationship Id="rId3" Type="http://schemas.openxmlformats.org/officeDocument/2006/relationships/image" Target="../media/image40.wmf"/><Relationship Id="rId2" Type="http://schemas.openxmlformats.org/officeDocument/2006/relationships/image" Target="../media/image39.wmf"/><Relationship Id="rId1" Type="http://schemas.openxmlformats.org/officeDocument/2006/relationships/image" Target="../media/image38.wmf"/><Relationship Id="rId4" Type="http://schemas.openxmlformats.org/officeDocument/2006/relationships/image" Target="../media/image41.wmf"/></Relationships>
</file>

<file path=ppt/drawings/_rels/vmlDrawing7.vml.rels><?xml version="1.0" encoding="UTF-8" standalone="yes"?>
<Relationships xmlns="http://schemas.openxmlformats.org/package/2006/relationships"><Relationship Id="rId3" Type="http://schemas.openxmlformats.org/officeDocument/2006/relationships/image" Target="../media/image44.wmf"/><Relationship Id="rId2" Type="http://schemas.openxmlformats.org/officeDocument/2006/relationships/image" Target="../media/image43.wmf"/><Relationship Id="rId1" Type="http://schemas.openxmlformats.org/officeDocument/2006/relationships/image" Target="../media/image42.wmf"/><Relationship Id="rId5" Type="http://schemas.openxmlformats.org/officeDocument/2006/relationships/image" Target="../media/image46.wmf"/><Relationship Id="rId4" Type="http://schemas.openxmlformats.org/officeDocument/2006/relationships/image" Target="../media/image45.wmf"/></Relationships>
</file>

<file path=ppt/drawings/_rels/vmlDrawing8.vml.rels><?xml version="1.0" encoding="UTF-8" standalone="yes"?>
<Relationships xmlns="http://schemas.openxmlformats.org/package/2006/relationships"><Relationship Id="rId8" Type="http://schemas.openxmlformats.org/officeDocument/2006/relationships/image" Target="../media/image55.wmf"/><Relationship Id="rId3" Type="http://schemas.openxmlformats.org/officeDocument/2006/relationships/image" Target="../media/image50.wmf"/><Relationship Id="rId7" Type="http://schemas.openxmlformats.org/officeDocument/2006/relationships/image" Target="../media/image54.wmf"/><Relationship Id="rId2" Type="http://schemas.openxmlformats.org/officeDocument/2006/relationships/image" Target="../media/image49.wmf"/><Relationship Id="rId1" Type="http://schemas.openxmlformats.org/officeDocument/2006/relationships/image" Target="../media/image48.wmf"/><Relationship Id="rId6" Type="http://schemas.openxmlformats.org/officeDocument/2006/relationships/image" Target="../media/image53.wmf"/><Relationship Id="rId5" Type="http://schemas.openxmlformats.org/officeDocument/2006/relationships/image" Target="../media/image52.wmf"/><Relationship Id="rId4" Type="http://schemas.openxmlformats.org/officeDocument/2006/relationships/image" Target="../media/image51.wmf"/><Relationship Id="rId9" Type="http://schemas.openxmlformats.org/officeDocument/2006/relationships/image" Target="../media/image56.wmf"/></Relationships>
</file>

<file path=ppt/drawings/_rels/vmlDrawing9.vml.rels><?xml version="1.0" encoding="UTF-8" standalone="yes"?>
<Relationships xmlns="http://schemas.openxmlformats.org/package/2006/relationships"><Relationship Id="rId2" Type="http://schemas.openxmlformats.org/officeDocument/2006/relationships/image" Target="../media/image59.wmf"/><Relationship Id="rId1" Type="http://schemas.openxmlformats.org/officeDocument/2006/relationships/image" Target="../media/image58.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rtl="0">
              <a:defRPr sz="1200"/>
            </a:lvl1pPr>
          </a:lstStyle>
          <a:p>
            <a:pPr rtl="0"/>
            <a:endParaRPr lang="zh-CN" altLang="en-US" dirty="0">
              <a:latin typeface="微软雅黑" panose="020B0503020204020204" pitchFamily="34" charset="-122"/>
              <a:ea typeface="微软雅黑" panose="020B0503020204020204" pitchFamily="34" charset="-122"/>
            </a:endParaRPr>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l" rtl="0">
              <a:defRPr sz="1200"/>
            </a:lvl1pPr>
          </a:lstStyle>
          <a:p>
            <a:pPr algn="r" rtl="0"/>
            <a:fld id="{91C0301E-2321-4F52-B85E-5901506D265C}" type="datetime1">
              <a:rPr lang="zh-CN" altLang="en-US" smtClean="0">
                <a:latin typeface="微软雅黑" panose="020B0503020204020204" pitchFamily="34" charset="-122"/>
                <a:ea typeface="微软雅黑" panose="020B0503020204020204" pitchFamily="34" charset="-122"/>
              </a:rPr>
              <a:pPr algn="r" rtl="0"/>
              <a:t>2020/4/6</a:t>
            </a:fld>
            <a:endParaRPr lang="zh-CN" altLang="en-US" dirty="0">
              <a:latin typeface="微软雅黑" panose="020B0503020204020204" pitchFamily="34" charset="-122"/>
              <a:ea typeface="微软雅黑" panose="020B0503020204020204" pitchFamily="34" charset="-122"/>
            </a:endParaRPr>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rtl="0">
              <a:defRPr sz="1200"/>
            </a:lvl1pPr>
          </a:lstStyle>
          <a:p>
            <a:pPr rtl="0"/>
            <a:endParaRPr lang="zh-CN" altLang="en-US" dirty="0">
              <a:latin typeface="微软雅黑" panose="020B0503020204020204" pitchFamily="34" charset="-122"/>
              <a:ea typeface="微软雅黑" panose="020B0503020204020204" pitchFamily="34" charset="-122"/>
            </a:endParaRPr>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l" rtl="0">
              <a:defRPr sz="1200"/>
            </a:lvl1pPr>
          </a:lstStyle>
          <a:p>
            <a:pPr algn="r" rtl="0"/>
            <a:fld id="{06834459-7356-44BF-850D-8B30C4FB3B6B}" type="slidenum">
              <a:rPr lang="en-US" altLang="zh-CN" smtClean="0">
                <a:latin typeface="微软雅黑" panose="020B0503020204020204" pitchFamily="34" charset="-122"/>
                <a:ea typeface="微软雅黑" panose="020B0503020204020204" pitchFamily="34" charset="-122"/>
              </a:rPr>
              <a:pPr algn="r" rtl="0"/>
              <a:t>‹#›</a:t>
            </a:fld>
            <a:endParaRPr lang="en-US" altLang="zh-CN"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6901652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rtl="0">
              <a:defRPr sz="1200">
                <a:latin typeface="微软雅黑" panose="020B0503020204020204" pitchFamily="34" charset="-122"/>
                <a:ea typeface="微软雅黑" panose="020B0503020204020204" pitchFamily="34" charset="-122"/>
              </a:defRPr>
            </a:lvl1pPr>
          </a:lstStyle>
          <a:p>
            <a:endParaRPr lang="zh-CN" altLang="en-US" dirty="0"/>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rtl="0">
              <a:defRPr sz="1200">
                <a:latin typeface="微软雅黑" panose="020B0503020204020204" pitchFamily="34" charset="-122"/>
                <a:ea typeface="微软雅黑" panose="020B0503020204020204" pitchFamily="34" charset="-122"/>
              </a:defRPr>
            </a:lvl1pPr>
          </a:lstStyle>
          <a:p>
            <a:fld id="{229B22C3-6CB1-491B-AD00-E0837F23A3F3}" type="datetime1">
              <a:rPr lang="zh-CN" altLang="en-US" smtClean="0"/>
              <a:pPr/>
              <a:t>2020/4/6</a:t>
            </a:fld>
            <a:endParaRPr lang="zh-CN" altLang="en-US" dirty="0"/>
          </a:p>
        </p:txBody>
      </p:sp>
      <p:sp>
        <p:nvSpPr>
          <p:cNvPr id="4" name="幻灯片图像占位符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pPr rtl="0"/>
            <a:endParaRPr lang="zh-CN" altLang="en-US" noProof="0" dirty="0"/>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zh-CN" altLang="en-US" noProof="0" dirty="0"/>
              <a:t>单击此处编辑母版文本样式</a:t>
            </a:r>
          </a:p>
          <a:p>
            <a:pPr lvl="1" rtl="0"/>
            <a:r>
              <a:rPr lang="zh-CN" altLang="en-US" noProof="0" dirty="0"/>
              <a:t>第二级</a:t>
            </a:r>
          </a:p>
          <a:p>
            <a:pPr lvl="2" rtl="0"/>
            <a:r>
              <a:rPr lang="zh-CN" altLang="en-US" noProof="0" dirty="0"/>
              <a:t>第三级</a:t>
            </a:r>
          </a:p>
          <a:p>
            <a:pPr lvl="3" rtl="0"/>
            <a:r>
              <a:rPr lang="zh-CN" altLang="en-US" noProof="0" dirty="0"/>
              <a:t>第四级</a:t>
            </a:r>
          </a:p>
          <a:p>
            <a:pPr lvl="4" rtl="0"/>
            <a:r>
              <a:rPr lang="zh-CN" altLang="en-US" noProof="0" dirty="0"/>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rtl="0">
              <a:defRPr sz="1200">
                <a:latin typeface="微软雅黑" panose="020B0503020204020204" pitchFamily="34" charset="-122"/>
                <a:ea typeface="微软雅黑" panose="020B0503020204020204"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rtl="0">
              <a:defRPr sz="1200">
                <a:latin typeface="微软雅黑" panose="020B0503020204020204" pitchFamily="34" charset="-122"/>
                <a:ea typeface="微软雅黑" panose="020B0503020204020204" pitchFamily="34" charset="-122"/>
              </a:defRPr>
            </a:lvl1pPr>
          </a:lstStyle>
          <a:p>
            <a:fld id="{0A3C37BE-C303-496D-B5CD-85F2937540FC}" type="slidenum">
              <a:rPr lang="en-US" altLang="zh-CN" smtClean="0"/>
              <a:pPr/>
              <a:t>‹#›</a:t>
            </a:fld>
            <a:endParaRPr lang="en-US" altLang="zh-CN" dirty="0"/>
          </a:p>
        </p:txBody>
      </p:sp>
    </p:spTree>
    <p:extLst>
      <p:ext uri="{BB962C8B-B14F-4D97-AF65-F5344CB8AC3E}">
        <p14:creationId xmlns:p14="http://schemas.microsoft.com/office/powerpoint/2010/main" val="33508422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1pPr>
    <a:lvl2pPr marL="4572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2pPr>
    <a:lvl3pPr marL="9144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3pPr>
    <a:lvl4pPr marL="13716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4pPr>
    <a:lvl5pPr marL="18288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371600" y="1143000"/>
            <a:ext cx="4114800" cy="3086100"/>
          </a:xfrm>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0A3C37BE-C303-496D-B5CD-85F2937540FC}" type="slidenum">
              <a:rPr lang="en-US" altLang="zh-CN" smtClean="0"/>
              <a:pPr/>
              <a:t>1</a:t>
            </a:fld>
            <a:endParaRPr lang="en-US" altLang="zh-CN" dirty="0"/>
          </a:p>
        </p:txBody>
      </p:sp>
    </p:spTree>
    <p:extLst>
      <p:ext uri="{BB962C8B-B14F-4D97-AF65-F5344CB8AC3E}">
        <p14:creationId xmlns:p14="http://schemas.microsoft.com/office/powerpoint/2010/main" val="849057192"/>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7" name="矩形 6"/>
          <p:cNvSpPr/>
          <p:nvPr/>
        </p:nvSpPr>
        <p:spPr>
          <a:xfrm>
            <a:off x="0" y="5778124"/>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p>
        </p:txBody>
      </p:sp>
      <p:sp>
        <p:nvSpPr>
          <p:cNvPr id="8" name="矩形 7"/>
          <p:cNvSpPr/>
          <p:nvPr/>
        </p:nvSpPr>
        <p:spPr>
          <a:xfrm>
            <a:off x="0" y="0"/>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p>
        </p:txBody>
      </p:sp>
      <p:sp>
        <p:nvSpPr>
          <p:cNvPr id="2" name="标题 1"/>
          <p:cNvSpPr>
            <a:spLocks noGrp="1"/>
          </p:cNvSpPr>
          <p:nvPr>
            <p:ph type="ctrTitle"/>
          </p:nvPr>
        </p:nvSpPr>
        <p:spPr>
          <a:xfrm>
            <a:off x="828675" y="2292095"/>
            <a:ext cx="7572375" cy="2219691"/>
          </a:xfrm>
        </p:spPr>
        <p:txBody>
          <a:bodyPr rtlCol="0" anchor="ctr">
            <a:normAutofit/>
          </a:bodyPr>
          <a:lstStyle>
            <a:lvl1pPr algn="l" rtl="0">
              <a:defRPr sz="3300" cap="all" baseline="0"/>
            </a:lvl1pPr>
          </a:lstStyle>
          <a:p>
            <a:pPr rtl="0"/>
            <a:r>
              <a:rPr lang="zh-CN" altLang="en-US" noProof="0"/>
              <a:t>单击此处编辑母版标题样式</a:t>
            </a:r>
            <a:endParaRPr lang="zh-CN" altLang="en-US" noProof="0" dirty="0"/>
          </a:p>
        </p:txBody>
      </p:sp>
      <p:sp>
        <p:nvSpPr>
          <p:cNvPr id="3" name="副标题 2"/>
          <p:cNvSpPr>
            <a:spLocks noGrp="1"/>
          </p:cNvSpPr>
          <p:nvPr>
            <p:ph type="subTitle" idx="1"/>
          </p:nvPr>
        </p:nvSpPr>
        <p:spPr>
          <a:xfrm>
            <a:off x="828674" y="4511785"/>
            <a:ext cx="7572376" cy="955565"/>
          </a:xfrm>
        </p:spPr>
        <p:txBody>
          <a:bodyPr rtlCol="0">
            <a:normAutofit/>
          </a:bodyPr>
          <a:lstStyle>
            <a:lvl1pPr marL="0" indent="0" algn="l" rtl="0">
              <a:spcBef>
                <a:spcPts val="0"/>
              </a:spcBef>
              <a:buNone/>
              <a:defRPr sz="1350"/>
            </a:lvl1pPr>
            <a:lvl2pPr marL="342900" indent="0" algn="ctr" rtl="0">
              <a:buNone/>
              <a:defRPr sz="1500"/>
            </a:lvl2pPr>
            <a:lvl3pPr marL="685800" indent="0" algn="ctr" rtl="0">
              <a:buNone/>
              <a:defRPr sz="1350"/>
            </a:lvl3pPr>
            <a:lvl4pPr marL="1028700" indent="0" algn="ctr" rtl="0">
              <a:buNone/>
              <a:defRPr sz="1200"/>
            </a:lvl4pPr>
            <a:lvl5pPr marL="1371600" indent="0" algn="ctr" rtl="0">
              <a:buNone/>
              <a:defRPr sz="1200"/>
            </a:lvl5pPr>
            <a:lvl6pPr marL="1714500" indent="0" algn="ctr" rtl="0">
              <a:buNone/>
              <a:defRPr sz="1200"/>
            </a:lvl6pPr>
            <a:lvl7pPr marL="2057400" indent="0" algn="ctr" rtl="0">
              <a:buNone/>
              <a:defRPr sz="1200"/>
            </a:lvl7pPr>
            <a:lvl8pPr marL="2400300" indent="0" algn="ctr" rtl="0">
              <a:buNone/>
              <a:defRPr sz="1200"/>
            </a:lvl8pPr>
            <a:lvl9pPr marL="2743200" indent="0" algn="ctr" rtl="0">
              <a:buNone/>
              <a:defRPr sz="1200"/>
            </a:lvl9pPr>
          </a:lstStyle>
          <a:p>
            <a:pPr rtl="0"/>
            <a:r>
              <a:rPr lang="zh-CN" altLang="en-US" noProof="0"/>
              <a:t>单击以编辑母版副标题样式</a:t>
            </a:r>
            <a:endParaRPr lang="zh-CN" altLang="en-US" noProof="0" dirty="0"/>
          </a:p>
        </p:txBody>
      </p:sp>
      <p:sp>
        <p:nvSpPr>
          <p:cNvPr id="4" name="日期占位符 3"/>
          <p:cNvSpPr>
            <a:spLocks noGrp="1"/>
          </p:cNvSpPr>
          <p:nvPr>
            <p:ph type="dt" sz="half" idx="10"/>
          </p:nvPr>
        </p:nvSpPr>
        <p:spPr/>
        <p:txBody>
          <a:bodyPr rtlCol="0"/>
          <a:lstStyle>
            <a:lvl1pPr>
              <a:defRPr/>
            </a:lvl1pPr>
          </a:lstStyle>
          <a:p>
            <a:fld id="{A7392AAC-879E-4B39-8824-AF6B730A809E}" type="datetime1">
              <a:rPr lang="zh-CN" altLang="en-US" smtClean="0"/>
              <a:pPr/>
              <a:t>2020/4/6</a:t>
            </a:fld>
            <a:endParaRPr lang="zh-CN" altLang="en-US" dirty="0"/>
          </a:p>
        </p:txBody>
      </p:sp>
      <p:sp>
        <p:nvSpPr>
          <p:cNvPr id="5" name="页脚占位符 4"/>
          <p:cNvSpPr>
            <a:spLocks noGrp="1"/>
          </p:cNvSpPr>
          <p:nvPr>
            <p:ph type="ftr" sz="quarter" idx="11"/>
          </p:nvPr>
        </p:nvSpPr>
        <p:spPr/>
        <p:txBody>
          <a:bodyPr rtlCol="0"/>
          <a:lstStyle/>
          <a:p>
            <a:pPr rtl="0"/>
            <a:endParaRPr lang="zh-CN" altLang="en-US" noProof="0" dirty="0"/>
          </a:p>
        </p:txBody>
      </p:sp>
      <p:sp>
        <p:nvSpPr>
          <p:cNvPr id="6" name="灯片编号占位符 5"/>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pic>
        <p:nvPicPr>
          <p:cNvPr id="11" name="图 10"/>
          <p:cNvPicPr>
            <a:picLocks noChangeAspect="1"/>
          </p:cNvPicPr>
          <p:nvPr/>
        </p:nvPicPr>
        <p:blipFill rotWithShape="1">
          <a:blip r:embed="rId2" cstate="print">
            <a:duotone>
              <a:schemeClr val="accent2">
                <a:shade val="45000"/>
                <a:satMod val="135000"/>
              </a:schemeClr>
              <a:prstClr val="white"/>
            </a:duotone>
            <a:extLst>
              <a:ext uri="{BEBA8EAE-BF5A-486C-A8C5-ECC9F3942E4B}">
                <a14:imgProps xmlns:a14="http://schemas.microsoft.com/office/drawing/2010/main">
                  <a14:imgLayer r:embed="rId3">
                    <a14:imgEffect>
                      <a14:saturation sat="30000"/>
                    </a14:imgEffect>
                  </a14:imgLayer>
                </a14:imgProps>
              </a:ext>
              <a:ext uri="{28A0092B-C50C-407E-A947-70E740481C1C}">
                <a14:useLocalDpi xmlns:a14="http://schemas.microsoft.com/office/drawing/2010/main" val="0"/>
              </a:ext>
            </a:extLst>
          </a:blip>
          <a:srcRect/>
          <a:stretch/>
        </p:blipFill>
        <p:spPr>
          <a:xfrm>
            <a:off x="993334" y="0"/>
            <a:ext cx="1310643" cy="2292094"/>
          </a:xfrm>
          <a:prstGeom prst="rect">
            <a:avLst/>
          </a:prstGeom>
        </p:spPr>
      </p:pic>
    </p:spTree>
    <p:extLst>
      <p:ext uri="{BB962C8B-B14F-4D97-AF65-F5344CB8AC3E}">
        <p14:creationId xmlns:p14="http://schemas.microsoft.com/office/powerpoint/2010/main" val="16597565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lvl1pPr>
              <a:defRPr>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内容占位符 2"/>
          <p:cNvSpPr>
            <a:spLocks noGrp="1"/>
          </p:cNvSpPr>
          <p:nvPr>
            <p:ph idx="1"/>
          </p:nvPr>
        </p:nvSpPr>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日期占位符 3"/>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9BA78444-6099-4C0A-A3A9-C6F3C5D7F289}" type="datetime1">
              <a:rPr lang="zh-CN" altLang="en-US" smtClean="0"/>
              <a:pPr/>
              <a:t>2020/4/6</a:t>
            </a:fld>
            <a:endParaRPr lang="zh-CN" altLang="en-US" dirty="0"/>
          </a:p>
        </p:txBody>
      </p:sp>
      <p:sp>
        <p:nvSpPr>
          <p:cNvPr id="5" name="页脚占位符 4"/>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6" name="灯片编号占位符 5"/>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37868768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包含图片的标题幻灯片">
    <p:spTree>
      <p:nvGrpSpPr>
        <p:cNvPr id="1" name=""/>
        <p:cNvGrpSpPr/>
        <p:nvPr/>
      </p:nvGrpSpPr>
      <p:grpSpPr>
        <a:xfrm>
          <a:off x="0" y="0"/>
          <a:ext cx="0" cy="0"/>
          <a:chOff x="0" y="0"/>
          <a:chExt cx="0" cy="0"/>
        </a:xfrm>
      </p:grpSpPr>
      <p:grpSp>
        <p:nvGrpSpPr>
          <p:cNvPr id="13" name="组 12"/>
          <p:cNvGrpSpPr/>
          <p:nvPr/>
        </p:nvGrpSpPr>
        <p:grpSpPr>
          <a:xfrm rot="10800000">
            <a:off x="0" y="5645511"/>
            <a:ext cx="9144000" cy="63125"/>
            <a:chOff x="507492" y="1501519"/>
            <a:chExt cx="8129016" cy="63125"/>
          </a:xfrm>
        </p:grpSpPr>
        <p:cxnSp>
          <p:nvCxnSpPr>
            <p:cNvPr id="17" name="直接连接符 16"/>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grpSp>
        <p:nvGrpSpPr>
          <p:cNvPr id="14" name="组 13"/>
          <p:cNvGrpSpPr/>
          <p:nvPr/>
        </p:nvGrpSpPr>
        <p:grpSpPr>
          <a:xfrm>
            <a:off x="0" y="1143001"/>
            <a:ext cx="9144000" cy="63125"/>
            <a:chOff x="507492" y="1501519"/>
            <a:chExt cx="8129016" cy="63125"/>
          </a:xfrm>
        </p:grpSpPr>
        <p:cxnSp>
          <p:nvCxnSpPr>
            <p:cNvPr id="15" name="直接连接符​ 14"/>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
        <p:nvSpPr>
          <p:cNvPr id="7" name="矩形 6"/>
          <p:cNvSpPr/>
          <p:nvPr/>
        </p:nvSpPr>
        <p:spPr>
          <a:xfrm>
            <a:off x="0" y="5778124"/>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latin typeface="微软雅黑" panose="020B0503020204020204" pitchFamily="34" charset="-122"/>
              <a:ea typeface="微软雅黑" panose="020B0503020204020204" pitchFamily="34" charset="-122"/>
            </a:endParaRPr>
          </a:p>
        </p:txBody>
      </p:sp>
      <p:sp>
        <p:nvSpPr>
          <p:cNvPr id="8" name="矩形 7"/>
          <p:cNvSpPr/>
          <p:nvPr/>
        </p:nvSpPr>
        <p:spPr>
          <a:xfrm>
            <a:off x="0" y="0"/>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latin typeface="微软雅黑" panose="020B0503020204020204" pitchFamily="34" charset="-122"/>
              <a:ea typeface="微软雅黑" panose="020B0503020204020204" pitchFamily="34" charset="-122"/>
            </a:endParaRPr>
          </a:p>
        </p:txBody>
      </p:sp>
      <p:sp>
        <p:nvSpPr>
          <p:cNvPr id="2" name="标题 1"/>
          <p:cNvSpPr>
            <a:spLocks noGrp="1"/>
          </p:cNvSpPr>
          <p:nvPr>
            <p:ph type="ctrTitle"/>
          </p:nvPr>
        </p:nvSpPr>
        <p:spPr>
          <a:xfrm>
            <a:off x="828675" y="2292095"/>
            <a:ext cx="4300538" cy="2219691"/>
          </a:xfrm>
        </p:spPr>
        <p:txBody>
          <a:bodyPr rtlCol="0" anchor="ctr">
            <a:normAutofit/>
          </a:bodyPr>
          <a:lstStyle>
            <a:lvl1pPr algn="l" rtl="0">
              <a:defRPr sz="3300" cap="all" baseline="0">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副标题 2"/>
          <p:cNvSpPr>
            <a:spLocks noGrp="1"/>
          </p:cNvSpPr>
          <p:nvPr>
            <p:ph type="subTitle" idx="1"/>
          </p:nvPr>
        </p:nvSpPr>
        <p:spPr>
          <a:xfrm>
            <a:off x="828675" y="4511785"/>
            <a:ext cx="4300538" cy="955565"/>
          </a:xfrm>
        </p:spPr>
        <p:txBody>
          <a:bodyPr rtlCol="0">
            <a:normAutofit/>
          </a:bodyPr>
          <a:lstStyle>
            <a:lvl1pPr marL="0" indent="0" algn="l" rtl="0">
              <a:spcBef>
                <a:spcPts val="0"/>
              </a:spcBef>
              <a:buNone/>
              <a:defRPr sz="1350">
                <a:latin typeface="微软雅黑" panose="020B0503020204020204" pitchFamily="34" charset="-122"/>
                <a:ea typeface="微软雅黑" panose="020B0503020204020204" pitchFamily="34" charset="-122"/>
              </a:defRPr>
            </a:lvl1pPr>
            <a:lvl2pPr marL="342900" indent="0" algn="ctr" rtl="0">
              <a:buNone/>
              <a:defRPr sz="1500"/>
            </a:lvl2pPr>
            <a:lvl3pPr marL="685800" indent="0" algn="ctr" rtl="0">
              <a:buNone/>
              <a:defRPr sz="1350"/>
            </a:lvl3pPr>
            <a:lvl4pPr marL="1028700" indent="0" algn="ctr" rtl="0">
              <a:buNone/>
              <a:defRPr sz="1200"/>
            </a:lvl4pPr>
            <a:lvl5pPr marL="1371600" indent="0" algn="ctr" rtl="0">
              <a:buNone/>
              <a:defRPr sz="1200"/>
            </a:lvl5pPr>
            <a:lvl6pPr marL="1714500" indent="0" algn="ctr" rtl="0">
              <a:buNone/>
              <a:defRPr sz="1200"/>
            </a:lvl6pPr>
            <a:lvl7pPr marL="2057400" indent="0" algn="ctr" rtl="0">
              <a:buNone/>
              <a:defRPr sz="1200"/>
            </a:lvl7pPr>
            <a:lvl8pPr marL="2400300" indent="0" algn="ctr" rtl="0">
              <a:buNone/>
              <a:defRPr sz="1200"/>
            </a:lvl8pPr>
            <a:lvl9pPr marL="2743200" indent="0" algn="ctr" rtl="0">
              <a:buNone/>
              <a:defRPr sz="1200"/>
            </a:lvl9pPr>
          </a:lstStyle>
          <a:p>
            <a:pPr rtl="0"/>
            <a:r>
              <a:rPr lang="zh-CN" altLang="en-US" noProof="0"/>
              <a:t>单击以编辑母版副标题样式</a:t>
            </a:r>
            <a:endParaRPr lang="zh-CN" altLang="en-US" noProof="0" dirty="0"/>
          </a:p>
        </p:txBody>
      </p:sp>
      <p:pic>
        <p:nvPicPr>
          <p:cNvPr id="10" name="图 9"/>
          <p:cNvPicPr>
            <a:picLocks noChangeAspect="1"/>
          </p:cNvPicPr>
          <p:nvPr/>
        </p:nvPicPr>
        <p:blipFill rotWithShape="1">
          <a:blip r:embed="rId2" cstate="print">
            <a:duotone>
              <a:schemeClr val="accent2">
                <a:shade val="45000"/>
                <a:satMod val="135000"/>
              </a:schemeClr>
              <a:prstClr val="white"/>
            </a:duotone>
            <a:extLst>
              <a:ext uri="{BEBA8EAE-BF5A-486C-A8C5-ECC9F3942E4B}">
                <a14:imgProps xmlns:a14="http://schemas.microsoft.com/office/drawing/2010/main">
                  <a14:imgLayer r:embed="rId3">
                    <a14:imgEffect>
                      <a14:saturation sat="30000"/>
                    </a14:imgEffect>
                  </a14:imgLayer>
                </a14:imgProps>
              </a:ext>
              <a:ext uri="{28A0092B-C50C-407E-A947-70E740481C1C}">
                <a14:useLocalDpi xmlns:a14="http://schemas.microsoft.com/office/drawing/2010/main" val="0"/>
              </a:ext>
            </a:extLst>
          </a:blip>
          <a:srcRect/>
          <a:stretch/>
        </p:blipFill>
        <p:spPr>
          <a:xfrm>
            <a:off x="994410" y="0"/>
            <a:ext cx="1310643" cy="2292094"/>
          </a:xfrm>
          <a:prstGeom prst="rect">
            <a:avLst/>
          </a:prstGeom>
        </p:spPr>
      </p:pic>
      <p:sp>
        <p:nvSpPr>
          <p:cNvPr id="11" name="图片占位符 10"/>
          <p:cNvSpPr>
            <a:spLocks noGrp="1"/>
          </p:cNvSpPr>
          <p:nvPr>
            <p:ph type="pic" sz="quarter" idx="13"/>
          </p:nvPr>
        </p:nvSpPr>
        <p:spPr>
          <a:xfrm>
            <a:off x="5235798" y="1310656"/>
            <a:ext cx="3908203" cy="4208604"/>
          </a:xfrm>
          <a:solidFill>
            <a:schemeClr val="tx1">
              <a:lumMod val="20000"/>
              <a:lumOff val="80000"/>
            </a:schemeClr>
          </a:solidFill>
        </p:spPr>
        <p:txBody>
          <a:bodyPr tIns="1005840" rtlCol="0"/>
          <a:lstStyle>
            <a:lvl1pPr marL="0" indent="0" algn="ctr" rtl="0">
              <a:buNone/>
              <a:defRPr>
                <a:latin typeface="微软雅黑" panose="020B0503020204020204" pitchFamily="34" charset="-122"/>
                <a:ea typeface="微软雅黑" panose="020B0503020204020204" pitchFamily="34" charset="-122"/>
              </a:defRPr>
            </a:lvl1pPr>
          </a:lstStyle>
          <a:p>
            <a:pPr rtl="0"/>
            <a:r>
              <a:rPr lang="zh-CN" altLang="en-US" noProof="0"/>
              <a:t>单击图标添加图片</a:t>
            </a:r>
            <a:endParaRPr lang="zh-CN" altLang="en-US" noProof="0" dirty="0"/>
          </a:p>
        </p:txBody>
      </p:sp>
      <p:sp>
        <p:nvSpPr>
          <p:cNvPr id="19" name="说明文字"/>
          <p:cNvSpPr/>
          <p:nvPr/>
        </p:nvSpPr>
        <p:spPr>
          <a:xfrm>
            <a:off x="9258300" y="0"/>
            <a:ext cx="971550" cy="6858000"/>
          </a:xfrm>
          <a:prstGeom prst="roundRect">
            <a:avLst>
              <a:gd name="adj" fmla="val 9717"/>
            </a:avLst>
          </a:prstGeom>
          <a:solidFill>
            <a:srgbClr val="A6A6A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t" anchorCtr="0" forceAA="0" compatLnSpc="1">
            <a:prstTxWarp prst="textNoShape">
              <a:avLst/>
            </a:prstTxWarp>
            <a:noAutofit/>
          </a:bodyPr>
          <a:lstStyle/>
          <a:p>
            <a:pPr rtl="0"/>
            <a:r>
              <a:rPr lang="zh-CN" altLang="en-US" sz="900" b="1" i="1" noProof="0" dirty="0">
                <a:latin typeface="微软雅黑" panose="020B0503020204020204" pitchFamily="34" charset="-122"/>
                <a:ea typeface="微软雅黑" panose="020B0503020204020204" pitchFamily="34" charset="-122"/>
                <a:cs typeface="Arial" pitchFamily="34" charset="0"/>
              </a:rPr>
              <a:t>注意：</a:t>
            </a:r>
          </a:p>
          <a:p>
            <a:pPr rtl="0"/>
            <a:r>
              <a:rPr lang="zh-CN" altLang="en-US" sz="900" i="1" noProof="0" dirty="0">
                <a:latin typeface="微软雅黑" panose="020B0503020204020204" pitchFamily="34" charset="-122"/>
                <a:ea typeface="微软雅黑" panose="020B0503020204020204" pitchFamily="34" charset="-122"/>
                <a:cs typeface="Arial" pitchFamily="34" charset="0"/>
              </a:rPr>
              <a:t>若要更改此幻灯片上的图像，请选择该图片，并将其删除。然后单击占位符中的图片图标以插入自己的图像。</a:t>
            </a:r>
          </a:p>
        </p:txBody>
      </p:sp>
    </p:spTree>
    <p:extLst>
      <p:ext uri="{BB962C8B-B14F-4D97-AF65-F5344CB8AC3E}">
        <p14:creationId xmlns:p14="http://schemas.microsoft.com/office/powerpoint/2010/main" val="26739436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reserve="1">
  <p:cSld name="节标题">
    <p:spTree>
      <p:nvGrpSpPr>
        <p:cNvPr id="1" name=""/>
        <p:cNvGrpSpPr/>
        <p:nvPr/>
      </p:nvGrpSpPr>
      <p:grpSpPr>
        <a:xfrm>
          <a:off x="0" y="0"/>
          <a:ext cx="0" cy="0"/>
          <a:chOff x="0" y="0"/>
          <a:chExt cx="0" cy="0"/>
        </a:xfrm>
      </p:grpSpPr>
      <p:grpSp>
        <p:nvGrpSpPr>
          <p:cNvPr id="8" name="组 7"/>
          <p:cNvGrpSpPr/>
          <p:nvPr/>
        </p:nvGrpSpPr>
        <p:grpSpPr>
          <a:xfrm>
            <a:off x="0" y="2514601"/>
            <a:ext cx="9144000" cy="3194035"/>
            <a:chOff x="647402" y="2514600"/>
            <a:chExt cx="10838688" cy="3194035"/>
          </a:xfrm>
        </p:grpSpPr>
        <p:grpSp>
          <p:nvGrpSpPr>
            <p:cNvPr id="9" name="组 8"/>
            <p:cNvGrpSpPr/>
            <p:nvPr/>
          </p:nvGrpSpPr>
          <p:grpSpPr>
            <a:xfrm>
              <a:off x="647402" y="2514600"/>
              <a:ext cx="10838688" cy="63125"/>
              <a:chOff x="507492" y="1501519"/>
              <a:chExt cx="8129016" cy="63125"/>
            </a:xfrm>
          </p:grpSpPr>
          <p:cxnSp>
            <p:nvCxnSpPr>
              <p:cNvPr id="14" name="直接连接符 13"/>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
          <p:nvSpPr>
            <p:cNvPr id="10" name="矩形 9"/>
            <p:cNvSpPr/>
            <p:nvPr/>
          </p:nvSpPr>
          <p:spPr>
            <a:xfrm>
              <a:off x="647402" y="2640850"/>
              <a:ext cx="10838688" cy="294153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latin typeface="微软雅黑" panose="020B0503020204020204" pitchFamily="34" charset="-122"/>
                <a:ea typeface="微软雅黑" panose="020B0503020204020204" pitchFamily="34" charset="-122"/>
              </a:endParaRPr>
            </a:p>
          </p:txBody>
        </p:sp>
        <p:grpSp>
          <p:nvGrpSpPr>
            <p:cNvPr id="11" name="组 10"/>
            <p:cNvGrpSpPr/>
            <p:nvPr/>
          </p:nvGrpSpPr>
          <p:grpSpPr>
            <a:xfrm rot="10800000">
              <a:off x="647402" y="5645510"/>
              <a:ext cx="10838688" cy="63125"/>
              <a:chOff x="507492" y="1501519"/>
              <a:chExt cx="8129016" cy="63125"/>
            </a:xfrm>
          </p:grpSpPr>
          <p:cxnSp>
            <p:nvCxnSpPr>
              <p:cNvPr id="12" name="直接连接符​ 11"/>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grpSp>
      <p:sp>
        <p:nvSpPr>
          <p:cNvPr id="2" name="标题 1"/>
          <p:cNvSpPr>
            <a:spLocks noGrp="1"/>
          </p:cNvSpPr>
          <p:nvPr>
            <p:ph type="title"/>
          </p:nvPr>
        </p:nvSpPr>
        <p:spPr>
          <a:xfrm>
            <a:off x="828675" y="2971806"/>
            <a:ext cx="7553324" cy="1684150"/>
          </a:xfrm>
        </p:spPr>
        <p:txBody>
          <a:bodyPr rtlCol="0" anchor="ctr">
            <a:normAutofit/>
          </a:bodyPr>
          <a:lstStyle>
            <a:lvl1pPr algn="l" rtl="0">
              <a:defRPr sz="3300" cap="all" baseline="0">
                <a:solidFill>
                  <a:schemeClr val="bg1"/>
                </a:solidFill>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文本占位符 2"/>
          <p:cNvSpPr>
            <a:spLocks noGrp="1"/>
          </p:cNvSpPr>
          <p:nvPr>
            <p:ph type="body" idx="1"/>
          </p:nvPr>
        </p:nvSpPr>
        <p:spPr>
          <a:xfrm>
            <a:off x="828675" y="4655956"/>
            <a:ext cx="7553324" cy="509750"/>
          </a:xfrm>
        </p:spPr>
        <p:txBody>
          <a:bodyPr rtlCol="0">
            <a:normAutofit/>
          </a:bodyPr>
          <a:lstStyle>
            <a:lvl1pPr marL="0" indent="0" algn="l" rtl="0">
              <a:spcBef>
                <a:spcPts val="0"/>
              </a:spcBef>
              <a:buNone/>
              <a:defRPr sz="1200">
                <a:solidFill>
                  <a:schemeClr val="bg1"/>
                </a:solidFill>
                <a:latin typeface="微软雅黑" panose="020B0503020204020204" pitchFamily="34" charset="-122"/>
                <a:ea typeface="微软雅黑" panose="020B0503020204020204" pitchFamily="34" charset="-122"/>
              </a:defRPr>
            </a:lvl1pPr>
            <a:lvl2pPr marL="342900" indent="0" algn="l" rtl="0">
              <a:buNone/>
              <a:defRPr sz="1500">
                <a:solidFill>
                  <a:schemeClr val="tx1">
                    <a:tint val="75000"/>
                  </a:schemeClr>
                </a:solidFill>
              </a:defRPr>
            </a:lvl2pPr>
            <a:lvl3pPr marL="685800" indent="0" algn="l" rtl="0">
              <a:buNone/>
              <a:defRPr sz="1350">
                <a:solidFill>
                  <a:schemeClr val="tx1">
                    <a:tint val="75000"/>
                  </a:schemeClr>
                </a:solidFill>
              </a:defRPr>
            </a:lvl3pPr>
            <a:lvl4pPr marL="1028700" indent="0" algn="l" rtl="0">
              <a:buNone/>
              <a:defRPr sz="1200">
                <a:solidFill>
                  <a:schemeClr val="tx1">
                    <a:tint val="75000"/>
                  </a:schemeClr>
                </a:solidFill>
              </a:defRPr>
            </a:lvl4pPr>
            <a:lvl5pPr marL="1371600" indent="0" algn="l" rtl="0">
              <a:buNone/>
              <a:defRPr sz="1200">
                <a:solidFill>
                  <a:schemeClr val="tx1">
                    <a:tint val="75000"/>
                  </a:schemeClr>
                </a:solidFill>
              </a:defRPr>
            </a:lvl5pPr>
            <a:lvl6pPr marL="1714500" indent="0" algn="l" rtl="0">
              <a:buNone/>
              <a:defRPr sz="1200">
                <a:solidFill>
                  <a:schemeClr val="tx1">
                    <a:tint val="75000"/>
                  </a:schemeClr>
                </a:solidFill>
              </a:defRPr>
            </a:lvl6pPr>
            <a:lvl7pPr marL="2057400" indent="0" algn="l" rtl="0">
              <a:buNone/>
              <a:defRPr sz="1200">
                <a:solidFill>
                  <a:schemeClr val="tx1">
                    <a:tint val="75000"/>
                  </a:schemeClr>
                </a:solidFill>
              </a:defRPr>
            </a:lvl7pPr>
            <a:lvl8pPr marL="2400300" indent="0" algn="l" rtl="0">
              <a:buNone/>
              <a:defRPr sz="1200">
                <a:solidFill>
                  <a:schemeClr val="tx1">
                    <a:tint val="75000"/>
                  </a:schemeClr>
                </a:solidFill>
              </a:defRPr>
            </a:lvl8pPr>
            <a:lvl9pPr marL="2743200" indent="0" algn="l" rtl="0">
              <a:buNone/>
              <a:defRPr sz="1200">
                <a:solidFill>
                  <a:schemeClr val="tx1">
                    <a:tint val="75000"/>
                  </a:schemeClr>
                </a:solidFill>
              </a:defRPr>
            </a:lvl9pPr>
          </a:lstStyle>
          <a:p>
            <a:pPr lvl="0" rtl="0"/>
            <a:r>
              <a:rPr lang="zh-CN" altLang="en-US" noProof="0"/>
              <a:t>编辑母版文本样式</a:t>
            </a:r>
          </a:p>
        </p:txBody>
      </p:sp>
      <p:sp>
        <p:nvSpPr>
          <p:cNvPr id="4" name="日期占位符 3"/>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AF5F6A19-70BF-4380-9A40-68C9536408C6}" type="datetime1">
              <a:rPr lang="zh-CN" altLang="en-US" smtClean="0"/>
              <a:pPr/>
              <a:t>2020/4/6</a:t>
            </a:fld>
            <a:endParaRPr lang="zh-CN" altLang="en-US" dirty="0"/>
          </a:p>
        </p:txBody>
      </p:sp>
      <p:sp>
        <p:nvSpPr>
          <p:cNvPr id="5" name="页脚占位符 4"/>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6" name="灯片编号占位符 5"/>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pic>
        <p:nvPicPr>
          <p:cNvPr id="7" name="图 6"/>
          <p:cNvPicPr>
            <a:picLocks noChangeAspect="1"/>
          </p:cNvPicPr>
          <p:nvPr/>
        </p:nvPicPr>
        <p:blipFill>
          <a:blip r:embed="rId2" cstate="print">
            <a:duotone>
              <a:schemeClr val="accent2">
                <a:shade val="45000"/>
                <a:satMod val="135000"/>
              </a:schemeClr>
              <a:prstClr val="white"/>
            </a:duotone>
            <a:extLst>
              <a:ext uri="{28A0092B-C50C-407E-A947-70E740481C1C}">
                <a14:useLocalDpi xmlns:a14="http://schemas.microsoft.com/office/drawing/2010/main" val="0"/>
              </a:ext>
            </a:extLst>
          </a:blip>
          <a:stretch>
            <a:fillRect/>
          </a:stretch>
        </p:blipFill>
        <p:spPr>
          <a:xfrm>
            <a:off x="994410" y="0"/>
            <a:ext cx="1337391" cy="2971806"/>
          </a:xfrm>
          <a:prstGeom prst="rect">
            <a:avLst/>
          </a:prstGeom>
        </p:spPr>
      </p:pic>
    </p:spTree>
    <p:extLst>
      <p:ext uri="{BB962C8B-B14F-4D97-AF65-F5344CB8AC3E}">
        <p14:creationId xmlns:p14="http://schemas.microsoft.com/office/powerpoint/2010/main" val="36026788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lvl1pPr>
              <a:defRPr>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内容占位符 2"/>
          <p:cNvSpPr>
            <a:spLocks noGrp="1"/>
          </p:cNvSpPr>
          <p:nvPr>
            <p:ph sz="half" idx="1"/>
          </p:nvPr>
        </p:nvSpPr>
        <p:spPr>
          <a:xfrm>
            <a:off x="828675" y="1600201"/>
            <a:ext cx="3686175" cy="4571999"/>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lgn="l" rtl="0">
              <a:defRPr>
                <a:latin typeface="微软雅黑" panose="020B0503020204020204" pitchFamily="34" charset="-122"/>
                <a:ea typeface="微软雅黑" panose="020B0503020204020204" pitchFamily="34" charset="-122"/>
              </a:defRPr>
            </a:lvl5pPr>
            <a:lvl6pPr algn="l" rtl="0">
              <a:defRPr/>
            </a:lvl6pPr>
            <a:lvl7pPr algn="l" rtl="0">
              <a:defRPr/>
            </a:lvl7pPr>
            <a:lvl8pPr algn="l" rtl="0">
              <a:defRPr/>
            </a:lvl8pPr>
            <a:lvl9pPr algn="l" rtl="0">
              <a:defRPr/>
            </a:lvl9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内容占位符 3"/>
          <p:cNvSpPr>
            <a:spLocks noGrp="1"/>
          </p:cNvSpPr>
          <p:nvPr>
            <p:ph sz="half" idx="2"/>
          </p:nvPr>
        </p:nvSpPr>
        <p:spPr>
          <a:xfrm>
            <a:off x="4629150" y="1600201"/>
            <a:ext cx="3686175" cy="4571999"/>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lgn="l" rtl="0">
              <a:defRPr>
                <a:latin typeface="微软雅黑" panose="020B0503020204020204" pitchFamily="34" charset="-122"/>
                <a:ea typeface="微软雅黑" panose="020B0503020204020204" pitchFamily="34" charset="-122"/>
              </a:defRPr>
            </a:lvl5pPr>
            <a:lvl6pPr algn="l" rtl="0">
              <a:defRPr/>
            </a:lvl6pPr>
            <a:lvl7pPr algn="l" rtl="0">
              <a:defRPr/>
            </a:lvl7pPr>
            <a:lvl8pPr algn="l" rtl="0">
              <a:defRPr/>
            </a:lvl8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5" name="日期占位符 4"/>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r>
              <a:rPr lang="zh-CN" altLang="en-US" dirty="0"/>
              <a:t>​</a:t>
            </a:r>
            <a:fld id="{6017EB90-196C-4C15-BD31-13E0E0436C73}" type="datetime1">
              <a:rPr lang="zh-CN" altLang="en-US" smtClean="0"/>
              <a:pPr/>
              <a:t>2020/4/6</a:t>
            </a:fld>
            <a:r>
              <a:rPr lang="zh-CN" altLang="en-US" dirty="0"/>
              <a:t>​</a:t>
            </a:r>
          </a:p>
        </p:txBody>
      </p:sp>
      <p:sp>
        <p:nvSpPr>
          <p:cNvPr id="6" name="页脚占位符 5"/>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7" name="灯片编号占位符 6"/>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35277910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lvl1pPr>
              <a:defRPr>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文本占位符 2"/>
          <p:cNvSpPr>
            <a:spLocks noGrp="1"/>
          </p:cNvSpPr>
          <p:nvPr>
            <p:ph type="body" idx="1"/>
          </p:nvPr>
        </p:nvSpPr>
        <p:spPr>
          <a:xfrm>
            <a:off x="828675" y="1600201"/>
            <a:ext cx="3689604" cy="823911"/>
          </a:xfrm>
        </p:spPr>
        <p:txBody>
          <a:bodyPr rtlCol="0" anchor="ctr"/>
          <a:lstStyle>
            <a:lvl1pPr marL="0" indent="0" algn="l" rtl="0">
              <a:spcBef>
                <a:spcPts val="0"/>
              </a:spcBef>
              <a:buNone/>
              <a:defRPr sz="1800" b="1">
                <a:latin typeface="微软雅黑" panose="020B0503020204020204" pitchFamily="34" charset="-122"/>
                <a:ea typeface="微软雅黑" panose="020B0503020204020204" pitchFamily="34" charset="-122"/>
              </a:defRPr>
            </a:lvl1pPr>
            <a:lvl2pPr marL="342900" indent="0" algn="l" rtl="0">
              <a:buNone/>
              <a:defRPr sz="1500" b="1"/>
            </a:lvl2pPr>
            <a:lvl3pPr marL="685800" indent="0" algn="l" rtl="0">
              <a:buNone/>
              <a:defRPr sz="1350" b="1"/>
            </a:lvl3pPr>
            <a:lvl4pPr marL="1028700" indent="0" algn="l" rtl="0">
              <a:buNone/>
              <a:defRPr sz="1200" b="1"/>
            </a:lvl4pPr>
            <a:lvl5pPr marL="1371600" indent="0" algn="l" rtl="0">
              <a:buNone/>
              <a:defRPr sz="1200" b="1"/>
            </a:lvl5pPr>
            <a:lvl6pPr marL="1714500" indent="0" algn="l" rtl="0">
              <a:buNone/>
              <a:defRPr sz="1200" b="1"/>
            </a:lvl6pPr>
            <a:lvl7pPr marL="2057400" indent="0" algn="l" rtl="0">
              <a:buNone/>
              <a:defRPr sz="1200" b="1"/>
            </a:lvl7pPr>
            <a:lvl8pPr marL="2400300" indent="0" algn="l" rtl="0">
              <a:buNone/>
              <a:defRPr sz="1200" b="1"/>
            </a:lvl8pPr>
            <a:lvl9pPr marL="2743200" indent="0" algn="l" rtl="0">
              <a:buNone/>
              <a:defRPr sz="1200" b="1"/>
            </a:lvl9pPr>
          </a:lstStyle>
          <a:p>
            <a:pPr lvl="0" rtl="0"/>
            <a:r>
              <a:rPr lang="zh-CN" altLang="en-US" noProof="0"/>
              <a:t>编辑母版文本样式</a:t>
            </a:r>
          </a:p>
        </p:txBody>
      </p:sp>
      <p:sp>
        <p:nvSpPr>
          <p:cNvPr id="4" name="内容占位符 3"/>
          <p:cNvSpPr>
            <a:spLocks noGrp="1"/>
          </p:cNvSpPr>
          <p:nvPr>
            <p:ph sz="half" idx="2"/>
          </p:nvPr>
        </p:nvSpPr>
        <p:spPr>
          <a:xfrm>
            <a:off x="828675" y="2424112"/>
            <a:ext cx="3689604" cy="3748088"/>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5" name="文本占位符 4"/>
          <p:cNvSpPr>
            <a:spLocks noGrp="1"/>
          </p:cNvSpPr>
          <p:nvPr>
            <p:ph type="body" sz="quarter" idx="3"/>
          </p:nvPr>
        </p:nvSpPr>
        <p:spPr>
          <a:xfrm>
            <a:off x="4624583" y="1600201"/>
            <a:ext cx="3689604" cy="823911"/>
          </a:xfrm>
        </p:spPr>
        <p:txBody>
          <a:bodyPr rtlCol="0" anchor="ctr"/>
          <a:lstStyle>
            <a:lvl1pPr marL="0" indent="0" algn="l" rtl="0">
              <a:spcBef>
                <a:spcPts val="0"/>
              </a:spcBef>
              <a:buNone/>
              <a:defRPr sz="1800" b="1">
                <a:latin typeface="微软雅黑" panose="020B0503020204020204" pitchFamily="34" charset="-122"/>
                <a:ea typeface="微软雅黑" panose="020B0503020204020204" pitchFamily="34" charset="-122"/>
              </a:defRPr>
            </a:lvl1pPr>
            <a:lvl2pPr marL="342900" indent="0" algn="l" rtl="0">
              <a:buNone/>
              <a:defRPr sz="1500" b="1"/>
            </a:lvl2pPr>
            <a:lvl3pPr marL="685800" indent="0" algn="l" rtl="0">
              <a:buNone/>
              <a:defRPr sz="1350" b="1"/>
            </a:lvl3pPr>
            <a:lvl4pPr marL="1028700" indent="0" algn="l" rtl="0">
              <a:buNone/>
              <a:defRPr sz="1200" b="1"/>
            </a:lvl4pPr>
            <a:lvl5pPr marL="1371600" indent="0" algn="l" rtl="0">
              <a:buNone/>
              <a:defRPr sz="1200" b="1"/>
            </a:lvl5pPr>
            <a:lvl6pPr marL="1714500" indent="0" algn="l" rtl="0">
              <a:buNone/>
              <a:defRPr sz="1200" b="1"/>
            </a:lvl6pPr>
            <a:lvl7pPr marL="2057400" indent="0" algn="l" rtl="0">
              <a:buNone/>
              <a:defRPr sz="1200" b="1"/>
            </a:lvl7pPr>
            <a:lvl8pPr marL="2400300" indent="0" algn="l" rtl="0">
              <a:buNone/>
              <a:defRPr sz="1200" b="1"/>
            </a:lvl8pPr>
            <a:lvl9pPr marL="2743200" indent="0" algn="l" rtl="0">
              <a:buNone/>
              <a:defRPr sz="1200" b="1"/>
            </a:lvl9pPr>
          </a:lstStyle>
          <a:p>
            <a:pPr lvl="0" rtl="0"/>
            <a:r>
              <a:rPr lang="zh-CN" altLang="en-US" noProof="0"/>
              <a:t>编辑母版文本样式</a:t>
            </a:r>
          </a:p>
        </p:txBody>
      </p:sp>
      <p:sp>
        <p:nvSpPr>
          <p:cNvPr id="6" name="内容占位符 5"/>
          <p:cNvSpPr>
            <a:spLocks noGrp="1"/>
          </p:cNvSpPr>
          <p:nvPr>
            <p:ph sz="quarter" idx="4"/>
          </p:nvPr>
        </p:nvSpPr>
        <p:spPr>
          <a:xfrm>
            <a:off x="4624583" y="2424112"/>
            <a:ext cx="3689604" cy="3748088"/>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7" name="日期占位符 6"/>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C2EC0F41-B48F-4298-A7F6-618EB9D22195}" type="datetime1">
              <a:rPr lang="zh-CN" altLang="en-US" smtClean="0"/>
              <a:pPr/>
              <a:t>2020/4/6</a:t>
            </a:fld>
            <a:endParaRPr lang="zh-CN" altLang="en-US" dirty="0"/>
          </a:p>
        </p:txBody>
      </p:sp>
      <p:sp>
        <p:nvSpPr>
          <p:cNvPr id="8" name="页脚占位符 7"/>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9" name="灯片编号占位符 8"/>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39710161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p>
            <a:pPr rtl="0"/>
            <a:r>
              <a:rPr lang="zh-CN" altLang="en-US" noProof="0"/>
              <a:t>单击此处编辑母版标题样式</a:t>
            </a:r>
            <a:endParaRPr lang="zh-CN" altLang="en-US" noProof="0" dirty="0"/>
          </a:p>
        </p:txBody>
      </p:sp>
      <p:sp>
        <p:nvSpPr>
          <p:cNvPr id="3" name="日期占位符 2"/>
          <p:cNvSpPr>
            <a:spLocks noGrp="1"/>
          </p:cNvSpPr>
          <p:nvPr>
            <p:ph type="dt" sz="half" idx="10"/>
          </p:nvPr>
        </p:nvSpPr>
        <p:spPr/>
        <p:txBody>
          <a:bodyPr rtlCol="0"/>
          <a:lstStyle>
            <a:lvl1pPr>
              <a:defRPr/>
            </a:lvl1pPr>
          </a:lstStyle>
          <a:p>
            <a:fld id="{7DB2D836-56E8-4B15-857C-14B1A5B3B67B}" type="datetime1">
              <a:rPr lang="zh-CN" altLang="en-US" smtClean="0"/>
              <a:pPr/>
              <a:t>2020/4/6</a:t>
            </a:fld>
            <a:endParaRPr lang="zh-CN" altLang="en-US" dirty="0"/>
          </a:p>
        </p:txBody>
      </p:sp>
      <p:sp>
        <p:nvSpPr>
          <p:cNvPr id="4" name="页脚占位符 3"/>
          <p:cNvSpPr>
            <a:spLocks noGrp="1"/>
          </p:cNvSpPr>
          <p:nvPr>
            <p:ph type="ftr" sz="quarter" idx="11"/>
          </p:nvPr>
        </p:nvSpPr>
        <p:spPr/>
        <p:txBody>
          <a:bodyPr rtlCol="0"/>
          <a:lstStyle/>
          <a:p>
            <a:pPr rtl="0"/>
            <a:endParaRPr lang="zh-CN" altLang="en-US" noProof="0" dirty="0"/>
          </a:p>
        </p:txBody>
      </p:sp>
      <p:sp>
        <p:nvSpPr>
          <p:cNvPr id="5" name="灯片编号占位符 4"/>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spTree>
    <p:extLst>
      <p:ext uri="{BB962C8B-B14F-4D97-AF65-F5344CB8AC3E}">
        <p14:creationId xmlns:p14="http://schemas.microsoft.com/office/powerpoint/2010/main" val="17581115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rtlCol="0"/>
          <a:lstStyle>
            <a:lvl1pPr>
              <a:defRPr/>
            </a:lvl1pPr>
          </a:lstStyle>
          <a:p>
            <a:fld id="{038D929F-7D8C-4CC3-8AC7-BB9B8FE2DEBF}" type="datetime1">
              <a:rPr lang="zh-CN" altLang="en-US" smtClean="0"/>
              <a:pPr/>
              <a:t>2020/4/6</a:t>
            </a:fld>
            <a:endParaRPr lang="zh-CN" altLang="en-US" dirty="0"/>
          </a:p>
        </p:txBody>
      </p:sp>
      <p:sp>
        <p:nvSpPr>
          <p:cNvPr id="3" name="页脚占位符 2"/>
          <p:cNvSpPr>
            <a:spLocks noGrp="1"/>
          </p:cNvSpPr>
          <p:nvPr>
            <p:ph type="ftr" sz="quarter" idx="11"/>
          </p:nvPr>
        </p:nvSpPr>
        <p:spPr/>
        <p:txBody>
          <a:bodyPr rtlCol="0"/>
          <a:lstStyle/>
          <a:p>
            <a:pPr rtl="0"/>
            <a:endParaRPr lang="zh-CN" altLang="en-US" noProof="0" dirty="0"/>
          </a:p>
        </p:txBody>
      </p:sp>
      <p:sp>
        <p:nvSpPr>
          <p:cNvPr id="4" name="灯片编号占位符 3"/>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spTree>
    <p:extLst>
      <p:ext uri="{BB962C8B-B14F-4D97-AF65-F5344CB8AC3E}">
        <p14:creationId xmlns:p14="http://schemas.microsoft.com/office/powerpoint/2010/main" val="3024169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带题注的内容">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nchor="b"/>
          <a:lstStyle>
            <a:lvl1pPr algn="l" rtl="0">
              <a:defRPr sz="2400"/>
            </a:lvl1pPr>
          </a:lstStyle>
          <a:p>
            <a:pPr rtl="0"/>
            <a:r>
              <a:rPr lang="zh-CN" altLang="en-US" noProof="0"/>
              <a:t>单击此处编辑母版标题样式</a:t>
            </a:r>
            <a:endParaRPr lang="zh-CN" altLang="en-US" noProof="0" dirty="0"/>
          </a:p>
        </p:txBody>
      </p:sp>
      <p:sp>
        <p:nvSpPr>
          <p:cNvPr id="3" name="内容占位符 2"/>
          <p:cNvSpPr>
            <a:spLocks noGrp="1"/>
          </p:cNvSpPr>
          <p:nvPr>
            <p:ph idx="1"/>
          </p:nvPr>
        </p:nvSpPr>
        <p:spPr>
          <a:xfrm>
            <a:off x="4231386" y="1600200"/>
            <a:ext cx="4083939" cy="4572001"/>
          </a:xfrm>
        </p:spPr>
        <p:txBody>
          <a:bodyPr rtlCol="0">
            <a:normAutofit/>
          </a:bodyPr>
          <a:lstStyle>
            <a:lvl1pPr algn="l" rtl="0">
              <a:defRPr sz="1500"/>
            </a:lvl1pPr>
            <a:lvl2pPr algn="l" rtl="0">
              <a:defRPr sz="1200"/>
            </a:lvl2pPr>
            <a:lvl3pPr algn="l" rtl="0">
              <a:defRPr sz="1200"/>
            </a:lvl3pPr>
            <a:lvl4pPr algn="l" rtl="0">
              <a:defRPr sz="1050"/>
            </a:lvl4pPr>
            <a:lvl5pPr algn="l" rtl="0">
              <a:defRPr sz="1050"/>
            </a:lvl5pPr>
            <a:lvl6pPr algn="l" rtl="0">
              <a:defRPr sz="1050"/>
            </a:lvl6pPr>
            <a:lvl7pPr algn="l" rtl="0">
              <a:defRPr sz="1050"/>
            </a:lvl7pPr>
            <a:lvl8pPr algn="l" rtl="0">
              <a:defRPr sz="1050"/>
            </a:lvl8pPr>
            <a:lvl9pPr algn="l" rtl="0">
              <a:defRPr sz="1050"/>
            </a:lvl9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文本占位符 3"/>
          <p:cNvSpPr>
            <a:spLocks noGrp="1"/>
          </p:cNvSpPr>
          <p:nvPr>
            <p:ph type="body" sz="half" idx="2"/>
          </p:nvPr>
        </p:nvSpPr>
        <p:spPr>
          <a:xfrm>
            <a:off x="828675" y="1600200"/>
            <a:ext cx="3288411" cy="4572000"/>
          </a:xfrm>
        </p:spPr>
        <p:txBody>
          <a:bodyPr rtlCol="0">
            <a:normAutofit/>
          </a:bodyPr>
          <a:lstStyle>
            <a:lvl1pPr marL="0" indent="0" algn="l" rtl="0">
              <a:spcBef>
                <a:spcPts val="900"/>
              </a:spcBef>
              <a:buNone/>
              <a:defRPr sz="1350"/>
            </a:lvl1pPr>
            <a:lvl2pPr marL="342900" indent="0" algn="l" rtl="0">
              <a:buNone/>
              <a:defRPr sz="1050"/>
            </a:lvl2pPr>
            <a:lvl3pPr marL="685800" indent="0" algn="l" rtl="0">
              <a:buNone/>
              <a:defRPr sz="900"/>
            </a:lvl3pPr>
            <a:lvl4pPr marL="1028700" indent="0" algn="l" rtl="0">
              <a:buNone/>
              <a:defRPr sz="750"/>
            </a:lvl4pPr>
            <a:lvl5pPr marL="1371600" indent="0" algn="l" rtl="0">
              <a:buNone/>
              <a:defRPr sz="750"/>
            </a:lvl5pPr>
            <a:lvl6pPr marL="1714500" indent="0" algn="l" rtl="0">
              <a:buNone/>
              <a:defRPr sz="750"/>
            </a:lvl6pPr>
            <a:lvl7pPr marL="2057400" indent="0" algn="l" rtl="0">
              <a:buNone/>
              <a:defRPr sz="750"/>
            </a:lvl7pPr>
            <a:lvl8pPr marL="2400300" indent="0" algn="l" rtl="0">
              <a:buNone/>
              <a:defRPr sz="750"/>
            </a:lvl8pPr>
            <a:lvl9pPr marL="2743200" indent="0" algn="l" rtl="0">
              <a:buNone/>
              <a:defRPr sz="750"/>
            </a:lvl9pPr>
          </a:lstStyle>
          <a:p>
            <a:pPr lvl="0" rtl="0"/>
            <a:r>
              <a:rPr lang="zh-CN" altLang="en-US" noProof="0"/>
              <a:t>编辑母版文本样式</a:t>
            </a:r>
          </a:p>
        </p:txBody>
      </p:sp>
      <p:sp>
        <p:nvSpPr>
          <p:cNvPr id="5" name="日期占位符 4"/>
          <p:cNvSpPr>
            <a:spLocks noGrp="1"/>
          </p:cNvSpPr>
          <p:nvPr>
            <p:ph type="dt" sz="half" idx="10"/>
          </p:nvPr>
        </p:nvSpPr>
        <p:spPr/>
        <p:txBody>
          <a:bodyPr rtlCol="0"/>
          <a:lstStyle>
            <a:lvl1pPr>
              <a:defRPr/>
            </a:lvl1pPr>
          </a:lstStyle>
          <a:p>
            <a:fld id="{F7892ACC-8BC8-4C9E-9D2B-0669DA5038B6}" type="datetime1">
              <a:rPr lang="zh-CN" altLang="en-US" smtClean="0"/>
              <a:pPr/>
              <a:t>2020/4/6</a:t>
            </a:fld>
            <a:endParaRPr lang="zh-CN" altLang="en-US" dirty="0"/>
          </a:p>
        </p:txBody>
      </p:sp>
      <p:sp>
        <p:nvSpPr>
          <p:cNvPr id="6" name="页脚占位符 5"/>
          <p:cNvSpPr>
            <a:spLocks noGrp="1"/>
          </p:cNvSpPr>
          <p:nvPr>
            <p:ph type="ftr" sz="quarter" idx="11"/>
          </p:nvPr>
        </p:nvSpPr>
        <p:spPr/>
        <p:txBody>
          <a:bodyPr rtlCol="0"/>
          <a:lstStyle/>
          <a:p>
            <a:pPr rtl="0"/>
            <a:endParaRPr lang="zh-CN" altLang="en-US" noProof="0" dirty="0"/>
          </a:p>
        </p:txBody>
      </p:sp>
      <p:sp>
        <p:nvSpPr>
          <p:cNvPr id="7" name="灯片编号占位符 6"/>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spTree>
    <p:extLst>
      <p:ext uri="{BB962C8B-B14F-4D97-AF65-F5344CB8AC3E}">
        <p14:creationId xmlns:p14="http://schemas.microsoft.com/office/powerpoint/2010/main" val="37697646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带题注的图片">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nchor="b"/>
          <a:lstStyle>
            <a:lvl1pPr algn="l" rtl="0">
              <a:defRPr sz="2400">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图片占位符 2"/>
          <p:cNvSpPr>
            <a:spLocks noGrp="1"/>
          </p:cNvSpPr>
          <p:nvPr>
            <p:ph type="pic" idx="1"/>
          </p:nvPr>
        </p:nvSpPr>
        <p:spPr>
          <a:xfrm>
            <a:off x="3491003" y="1600200"/>
            <a:ext cx="4823184" cy="4572001"/>
          </a:xfrm>
        </p:spPr>
        <p:txBody>
          <a:bodyPr tIns="1188720" rtlCol="0">
            <a:normAutofit/>
          </a:bodyPr>
          <a:lstStyle>
            <a:lvl1pPr marL="0" indent="0" algn="ctr" rtl="0">
              <a:buNone/>
              <a:defRPr sz="1500">
                <a:latin typeface="微软雅黑" panose="020B0503020204020204" pitchFamily="34" charset="-122"/>
                <a:ea typeface="微软雅黑" panose="020B0503020204020204" pitchFamily="34" charset="-122"/>
              </a:defRPr>
            </a:lvl1pPr>
            <a:lvl2pPr marL="342900" indent="0" algn="l" rtl="0">
              <a:buNone/>
              <a:defRPr sz="2100"/>
            </a:lvl2pPr>
            <a:lvl3pPr marL="685800" indent="0" algn="l" rtl="0">
              <a:buNone/>
              <a:defRPr sz="1800"/>
            </a:lvl3pPr>
            <a:lvl4pPr marL="1028700" indent="0" algn="l" rtl="0">
              <a:buNone/>
              <a:defRPr sz="1500"/>
            </a:lvl4pPr>
            <a:lvl5pPr marL="1371600" indent="0" algn="l" rtl="0">
              <a:buNone/>
              <a:defRPr sz="1500"/>
            </a:lvl5pPr>
            <a:lvl6pPr marL="1714500" indent="0" algn="l" rtl="0">
              <a:buNone/>
              <a:defRPr sz="1500"/>
            </a:lvl6pPr>
            <a:lvl7pPr marL="2057400" indent="0" algn="l" rtl="0">
              <a:buNone/>
              <a:defRPr sz="1500"/>
            </a:lvl7pPr>
            <a:lvl8pPr marL="2400300" indent="0" algn="l" rtl="0">
              <a:buNone/>
              <a:defRPr sz="1500"/>
            </a:lvl8pPr>
            <a:lvl9pPr marL="2743200" indent="0" algn="l" rtl="0">
              <a:buNone/>
              <a:defRPr sz="1500"/>
            </a:lvl9pPr>
          </a:lstStyle>
          <a:p>
            <a:pPr rtl="0"/>
            <a:r>
              <a:rPr lang="zh-CN" altLang="en-US" noProof="0"/>
              <a:t>单击图标添加图片</a:t>
            </a:r>
            <a:endParaRPr lang="zh-CN" altLang="en-US" noProof="0" dirty="0"/>
          </a:p>
        </p:txBody>
      </p:sp>
      <p:sp>
        <p:nvSpPr>
          <p:cNvPr id="4" name="文本占位符 3"/>
          <p:cNvSpPr>
            <a:spLocks noGrp="1"/>
          </p:cNvSpPr>
          <p:nvPr>
            <p:ph type="body" sz="half" idx="2"/>
          </p:nvPr>
        </p:nvSpPr>
        <p:spPr>
          <a:xfrm>
            <a:off x="828675" y="1600200"/>
            <a:ext cx="2547747" cy="4572000"/>
          </a:xfrm>
        </p:spPr>
        <p:txBody>
          <a:bodyPr rtlCol="0">
            <a:normAutofit/>
          </a:bodyPr>
          <a:lstStyle>
            <a:lvl1pPr marL="0" indent="0" algn="l" rtl="0">
              <a:spcBef>
                <a:spcPts val="900"/>
              </a:spcBef>
              <a:buNone/>
              <a:defRPr sz="1350">
                <a:latin typeface="微软雅黑" panose="020B0503020204020204" pitchFamily="34" charset="-122"/>
                <a:ea typeface="微软雅黑" panose="020B0503020204020204" pitchFamily="34" charset="-122"/>
              </a:defRPr>
            </a:lvl1pPr>
            <a:lvl2pPr marL="342900" indent="0" algn="l" rtl="0">
              <a:buNone/>
              <a:defRPr sz="1050"/>
            </a:lvl2pPr>
            <a:lvl3pPr marL="685800" indent="0" algn="l" rtl="0">
              <a:buNone/>
              <a:defRPr sz="900"/>
            </a:lvl3pPr>
            <a:lvl4pPr marL="1028700" indent="0" algn="l" rtl="0">
              <a:buNone/>
              <a:defRPr sz="750"/>
            </a:lvl4pPr>
            <a:lvl5pPr marL="1371600" indent="0" algn="l" rtl="0">
              <a:buNone/>
              <a:defRPr sz="750"/>
            </a:lvl5pPr>
            <a:lvl6pPr marL="1714500" indent="0" algn="l" rtl="0">
              <a:buNone/>
              <a:defRPr sz="750"/>
            </a:lvl6pPr>
            <a:lvl7pPr marL="2057400" indent="0" algn="l" rtl="0">
              <a:buNone/>
              <a:defRPr sz="750"/>
            </a:lvl7pPr>
            <a:lvl8pPr marL="2400300" indent="0" algn="l" rtl="0">
              <a:buNone/>
              <a:defRPr sz="750"/>
            </a:lvl8pPr>
            <a:lvl9pPr marL="2743200" indent="0" algn="l" rtl="0">
              <a:buNone/>
              <a:defRPr sz="750"/>
            </a:lvl9pPr>
          </a:lstStyle>
          <a:p>
            <a:pPr lvl="0" rtl="0"/>
            <a:r>
              <a:rPr lang="zh-CN" altLang="en-US" noProof="0"/>
              <a:t>编辑母版文本样式</a:t>
            </a:r>
          </a:p>
        </p:txBody>
      </p:sp>
      <p:sp>
        <p:nvSpPr>
          <p:cNvPr id="5" name="日期占位符 4"/>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7118C275-B304-48F5-8C4F-015CBCF4E7C1}" type="datetime1">
              <a:rPr lang="zh-CN" altLang="en-US" smtClean="0"/>
              <a:pPr/>
              <a:t>2020/4/6</a:t>
            </a:fld>
            <a:r>
              <a:rPr lang="zh-CN" altLang="en-US" dirty="0"/>
              <a:t>​</a:t>
            </a:r>
          </a:p>
        </p:txBody>
      </p:sp>
      <p:sp>
        <p:nvSpPr>
          <p:cNvPr id="6" name="页脚占位符 5"/>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7" name="灯片编号占位符 6"/>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7696370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标题和竖排文本">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p>
            <a:pPr rtl="0"/>
            <a:r>
              <a:rPr lang="zh-CN" altLang="en-US" noProof="0"/>
              <a:t>单击此处编辑母版标题样式</a:t>
            </a:r>
            <a:endParaRPr lang="zh-CN" altLang="en-US" noProof="0" dirty="0"/>
          </a:p>
        </p:txBody>
      </p:sp>
      <p:sp>
        <p:nvSpPr>
          <p:cNvPr id="3" name="竖排文字占位符 2"/>
          <p:cNvSpPr>
            <a:spLocks noGrp="1"/>
          </p:cNvSpPr>
          <p:nvPr>
            <p:ph type="body" orient="vert" idx="1"/>
          </p:nvPr>
        </p:nvSpPr>
        <p:spPr/>
        <p:txBody>
          <a:bodyPr vert="eaVert" rtlCol="0"/>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日期占位符 3"/>
          <p:cNvSpPr>
            <a:spLocks noGrp="1"/>
          </p:cNvSpPr>
          <p:nvPr>
            <p:ph type="dt" sz="half" idx="10"/>
          </p:nvPr>
        </p:nvSpPr>
        <p:spPr/>
        <p:txBody>
          <a:bodyPr rtlCol="0"/>
          <a:lstStyle>
            <a:lvl1pPr>
              <a:defRPr/>
            </a:lvl1pPr>
          </a:lstStyle>
          <a:p>
            <a:fld id="{98791AA9-DDCB-4BA8-AD1D-963A3AA00622}" type="datetime1">
              <a:rPr lang="zh-CN" altLang="en-US" smtClean="0"/>
              <a:pPr/>
              <a:t>2020/4/6</a:t>
            </a:fld>
            <a:endParaRPr lang="zh-CN" altLang="en-US" dirty="0"/>
          </a:p>
        </p:txBody>
      </p:sp>
      <p:sp>
        <p:nvSpPr>
          <p:cNvPr id="5" name="页脚占位符 4"/>
          <p:cNvSpPr>
            <a:spLocks noGrp="1"/>
          </p:cNvSpPr>
          <p:nvPr>
            <p:ph type="ftr" sz="quarter" idx="11"/>
          </p:nvPr>
        </p:nvSpPr>
        <p:spPr/>
        <p:txBody>
          <a:bodyPr rtlCol="0"/>
          <a:lstStyle/>
          <a:p>
            <a:pPr rtl="0"/>
            <a:endParaRPr lang="zh-CN" altLang="en-US" noProof="0" dirty="0"/>
          </a:p>
        </p:txBody>
      </p:sp>
      <p:sp>
        <p:nvSpPr>
          <p:cNvPr id="6" name="灯片编号占位符 5"/>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20120767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vertTitleAndTx" preserve="1">
  <p:cSld name="垂直排列标题与文本">
    <p:spTree>
      <p:nvGrpSpPr>
        <p:cNvPr id="1" name=""/>
        <p:cNvGrpSpPr/>
        <p:nvPr/>
      </p:nvGrpSpPr>
      <p:grpSpPr>
        <a:xfrm>
          <a:off x="0" y="0"/>
          <a:ext cx="0" cy="0"/>
          <a:chOff x="0" y="0"/>
          <a:chExt cx="0" cy="0"/>
        </a:xfrm>
      </p:grpSpPr>
      <p:sp>
        <p:nvSpPr>
          <p:cNvPr id="2" name="垂直标题 1"/>
          <p:cNvSpPr>
            <a:spLocks noGrp="1"/>
          </p:cNvSpPr>
          <p:nvPr>
            <p:ph type="title" orient="vert"/>
          </p:nvPr>
        </p:nvSpPr>
        <p:spPr>
          <a:xfrm>
            <a:off x="7029450" y="365125"/>
            <a:ext cx="1285875" cy="5811838"/>
          </a:xfrm>
        </p:spPr>
        <p:txBody>
          <a:bodyPr vert="eaVert" rtlCol="0"/>
          <a:lstStyle/>
          <a:p>
            <a:pPr rtl="0"/>
            <a:r>
              <a:rPr lang="zh-CN" altLang="en-US" noProof="0"/>
              <a:t>单击此处编辑母版标题样式</a:t>
            </a:r>
            <a:endParaRPr lang="zh-CN" altLang="en-US" noProof="0" dirty="0"/>
          </a:p>
        </p:txBody>
      </p:sp>
      <p:sp>
        <p:nvSpPr>
          <p:cNvPr id="3" name="竖排文字占位符 2"/>
          <p:cNvSpPr>
            <a:spLocks noGrp="1"/>
          </p:cNvSpPr>
          <p:nvPr>
            <p:ph type="body" orient="vert" idx="1"/>
          </p:nvPr>
        </p:nvSpPr>
        <p:spPr>
          <a:xfrm>
            <a:off x="828675" y="365125"/>
            <a:ext cx="6074172" cy="5811838"/>
          </a:xfrm>
        </p:spPr>
        <p:txBody>
          <a:bodyPr vert="eaVert" rtlCol="0"/>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日期占位符 3"/>
          <p:cNvSpPr>
            <a:spLocks noGrp="1"/>
          </p:cNvSpPr>
          <p:nvPr>
            <p:ph type="dt" sz="half" idx="10"/>
          </p:nvPr>
        </p:nvSpPr>
        <p:spPr/>
        <p:txBody>
          <a:bodyPr rtlCol="0"/>
          <a:lstStyle>
            <a:lvl1pPr>
              <a:defRPr/>
            </a:lvl1pPr>
          </a:lstStyle>
          <a:p>
            <a:fld id="{9170426F-E661-472B-BE42-25E072CD46D9}" type="datetime1">
              <a:rPr lang="zh-CN" altLang="en-US" smtClean="0"/>
              <a:pPr/>
              <a:t>2020/4/6</a:t>
            </a:fld>
            <a:endParaRPr lang="zh-CN" altLang="en-US" dirty="0"/>
          </a:p>
        </p:txBody>
      </p:sp>
      <p:sp>
        <p:nvSpPr>
          <p:cNvPr id="5" name="页脚占位符 4"/>
          <p:cNvSpPr>
            <a:spLocks noGrp="1"/>
          </p:cNvSpPr>
          <p:nvPr>
            <p:ph type="ftr" sz="quarter" idx="11"/>
          </p:nvPr>
        </p:nvSpPr>
        <p:spPr/>
        <p:txBody>
          <a:bodyPr rtlCol="0"/>
          <a:lstStyle/>
          <a:p>
            <a:pPr rtl="0"/>
            <a:endParaRPr lang="zh-CN" altLang="en-US" noProof="0" dirty="0"/>
          </a:p>
        </p:txBody>
      </p:sp>
      <p:sp>
        <p:nvSpPr>
          <p:cNvPr id="6" name="灯片编号占位符 5"/>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grpSp>
        <p:nvGrpSpPr>
          <p:cNvPr id="7" name="组 6"/>
          <p:cNvGrpSpPr/>
          <p:nvPr/>
        </p:nvGrpSpPr>
        <p:grpSpPr>
          <a:xfrm rot="5400000">
            <a:off x="4181447" y="3239394"/>
            <a:ext cx="5632704" cy="63302"/>
            <a:chOff x="1073150" y="1219201"/>
            <a:chExt cx="10058400" cy="63125"/>
          </a:xfrm>
        </p:grpSpPr>
        <p:cxnSp>
          <p:nvCxnSpPr>
            <p:cNvPr id="8" name="直接连接符 7"/>
            <p:cNvCxnSpPr/>
            <p:nvPr/>
          </p:nvCxnSpPr>
          <p:spPr>
            <a:xfrm rot="10800000">
              <a:off x="1073150" y="1219201"/>
              <a:ext cx="10058400"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rot="10800000">
              <a:off x="1073150" y="1282326"/>
              <a:ext cx="10058400"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459271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28675" y="76200"/>
            <a:ext cx="7485512" cy="1096962"/>
          </a:xfrm>
          <a:prstGeom prst="rect">
            <a:avLst/>
          </a:prstGeom>
        </p:spPr>
        <p:txBody>
          <a:bodyPr vert="horz" lIns="0" tIns="45720" rIns="0" bIns="45720" rtlCol="0" anchor="b">
            <a:normAutofit/>
          </a:bodyPr>
          <a:lstStyle/>
          <a:p>
            <a:pPr rtl="0"/>
            <a:r>
              <a:rPr lang="zh-CN" altLang="en-US" noProof="0" dirty="0"/>
              <a:t>单击此处编辑母版标题样式</a:t>
            </a:r>
          </a:p>
        </p:txBody>
      </p:sp>
      <p:sp>
        <p:nvSpPr>
          <p:cNvPr id="3" name="文本占位符 2"/>
          <p:cNvSpPr>
            <a:spLocks noGrp="1"/>
          </p:cNvSpPr>
          <p:nvPr>
            <p:ph type="body" idx="1"/>
          </p:nvPr>
        </p:nvSpPr>
        <p:spPr>
          <a:xfrm>
            <a:off x="828675" y="1600200"/>
            <a:ext cx="7486650" cy="4572000"/>
          </a:xfrm>
          <a:prstGeom prst="rect">
            <a:avLst/>
          </a:prstGeom>
        </p:spPr>
        <p:txBody>
          <a:bodyPr vert="horz" lIns="0" tIns="45720" rIns="0" bIns="45720" rtlCol="0">
            <a:normAutofit/>
          </a:bodyPr>
          <a:lstStyle/>
          <a:p>
            <a:pPr lvl="0" rtl="0"/>
            <a:r>
              <a:rPr lang="zh-CN" altLang="en-US" noProof="0" dirty="0"/>
              <a:t>单击此处编辑母版文本样式</a:t>
            </a:r>
          </a:p>
          <a:p>
            <a:pPr lvl="1" rtl="0"/>
            <a:r>
              <a:rPr lang="zh-CN" altLang="en-US" noProof="0" dirty="0"/>
              <a:t>第二级</a:t>
            </a:r>
          </a:p>
          <a:p>
            <a:pPr lvl="2" rtl="0"/>
            <a:r>
              <a:rPr lang="zh-CN" altLang="en-US" noProof="0" dirty="0"/>
              <a:t>第三级</a:t>
            </a:r>
          </a:p>
          <a:p>
            <a:pPr lvl="3" rtl="0"/>
            <a:r>
              <a:rPr lang="zh-CN" altLang="en-US" noProof="0" dirty="0"/>
              <a:t>第四级</a:t>
            </a:r>
          </a:p>
          <a:p>
            <a:pPr lvl="4" rtl="0"/>
            <a:r>
              <a:rPr lang="zh-CN" altLang="en-US" noProof="0" dirty="0"/>
              <a:t>第五级</a:t>
            </a:r>
          </a:p>
          <a:p>
            <a:pPr lvl="5" rtl="0"/>
            <a:r>
              <a:rPr lang="zh-CN" altLang="en-US" noProof="0" dirty="0"/>
              <a:t>第六级</a:t>
            </a:r>
          </a:p>
          <a:p>
            <a:pPr lvl="6" rtl="0"/>
            <a:r>
              <a:rPr lang="zh-CN" altLang="en-US" noProof="0" dirty="0"/>
              <a:t>第七级</a:t>
            </a:r>
          </a:p>
          <a:p>
            <a:pPr lvl="7" rtl="0"/>
            <a:r>
              <a:rPr lang="zh-CN" altLang="en-US" noProof="0" dirty="0"/>
              <a:t>第八级</a:t>
            </a:r>
          </a:p>
          <a:p>
            <a:pPr lvl="8" rtl="0"/>
            <a:r>
              <a:rPr lang="zh-CN" altLang="en-US" noProof="0" dirty="0"/>
              <a:t>第九级</a:t>
            </a:r>
          </a:p>
        </p:txBody>
      </p:sp>
      <p:sp>
        <p:nvSpPr>
          <p:cNvPr id="4" name="日期占位符 3"/>
          <p:cNvSpPr>
            <a:spLocks noGrp="1"/>
          </p:cNvSpPr>
          <p:nvPr>
            <p:ph type="dt" sz="half" idx="2"/>
          </p:nvPr>
        </p:nvSpPr>
        <p:spPr>
          <a:xfrm>
            <a:off x="828675" y="6356352"/>
            <a:ext cx="1372169" cy="365125"/>
          </a:xfrm>
          <a:prstGeom prst="rect">
            <a:avLst/>
          </a:prstGeom>
        </p:spPr>
        <p:txBody>
          <a:bodyPr vert="horz" lIns="0" tIns="45720" rIns="0" bIns="45720" rtlCol="0" anchor="ctr"/>
          <a:lstStyle>
            <a:lvl1pPr algn="l" rtl="0">
              <a:defRPr sz="900">
                <a:solidFill>
                  <a:schemeClr val="tx1">
                    <a:lumMod val="60000"/>
                    <a:lumOff val="40000"/>
                  </a:schemeClr>
                </a:solidFill>
                <a:latin typeface="微软雅黑" panose="020B0503020204020204" pitchFamily="34" charset="-122"/>
                <a:ea typeface="微软雅黑" panose="020B0503020204020204" pitchFamily="34" charset="-122"/>
              </a:defRPr>
            </a:lvl1pPr>
          </a:lstStyle>
          <a:p>
            <a:r>
              <a:rPr lang="zh-CN" altLang="en-US" dirty="0"/>
              <a:t>​</a:t>
            </a:r>
            <a:fld id="{660B6A15-7713-4A08-BBFD-F297CCC2B976}" type="datetime1">
              <a:rPr lang="zh-CN" altLang="en-US" smtClean="0"/>
              <a:pPr/>
              <a:t>2020/4/6</a:t>
            </a:fld>
            <a:r>
              <a:rPr lang="zh-CN" altLang="en-US" dirty="0"/>
              <a:t>​</a:t>
            </a:r>
          </a:p>
        </p:txBody>
      </p:sp>
      <p:sp>
        <p:nvSpPr>
          <p:cNvPr id="5" name="页脚占位符 4"/>
          <p:cNvSpPr>
            <a:spLocks noGrp="1"/>
          </p:cNvSpPr>
          <p:nvPr>
            <p:ph type="ftr" sz="quarter" idx="3"/>
          </p:nvPr>
        </p:nvSpPr>
        <p:spPr>
          <a:xfrm>
            <a:off x="2200844" y="6356350"/>
            <a:ext cx="4742312" cy="365126"/>
          </a:xfrm>
          <a:prstGeom prst="rect">
            <a:avLst/>
          </a:prstGeom>
        </p:spPr>
        <p:txBody>
          <a:bodyPr vert="horz" lIns="0" tIns="45720" rIns="0" bIns="45720" rtlCol="0" anchor="ctr"/>
          <a:lstStyle>
            <a:lvl1pPr algn="ctr" rtl="0">
              <a:defRPr sz="900">
                <a:solidFill>
                  <a:schemeClr val="tx1">
                    <a:lumMod val="60000"/>
                    <a:lumOff val="40000"/>
                  </a:schemeClr>
                </a:solidFill>
                <a:latin typeface="微软雅黑" panose="020B0503020204020204" pitchFamily="34" charset="-122"/>
                <a:ea typeface="微软雅黑" panose="020B0503020204020204" pitchFamily="34" charset="-122"/>
              </a:defRPr>
            </a:lvl1pPr>
          </a:lstStyle>
          <a:p>
            <a:endParaRPr lang="zh-CN" altLang="en-US" noProof="0" dirty="0"/>
          </a:p>
        </p:txBody>
      </p:sp>
      <p:sp>
        <p:nvSpPr>
          <p:cNvPr id="6" name="幻灯片编号占位符 5"/>
          <p:cNvSpPr>
            <a:spLocks noGrp="1"/>
          </p:cNvSpPr>
          <p:nvPr>
            <p:ph type="sldNum" sz="quarter" idx="4"/>
          </p:nvPr>
        </p:nvSpPr>
        <p:spPr>
          <a:xfrm>
            <a:off x="6942587" y="6356352"/>
            <a:ext cx="1371600" cy="365125"/>
          </a:xfrm>
          <a:prstGeom prst="rect">
            <a:avLst/>
          </a:prstGeom>
        </p:spPr>
        <p:txBody>
          <a:bodyPr vert="horz" lIns="0" tIns="45720" rIns="0" bIns="45720" rtlCol="0" anchor="ctr"/>
          <a:lstStyle>
            <a:lvl1pPr algn="l" rtl="0">
              <a:defRPr sz="900">
                <a:solidFill>
                  <a:schemeClr val="tx1">
                    <a:lumMod val="60000"/>
                    <a:lumOff val="40000"/>
                  </a:schemeClr>
                </a:solidFill>
                <a:latin typeface="微软雅黑" panose="020B0503020204020204" pitchFamily="34" charset="-122"/>
                <a:ea typeface="微软雅黑" panose="020B0503020204020204" pitchFamily="34" charset="-122"/>
              </a:defRPr>
            </a:lvl1pPr>
          </a:lstStyle>
          <a:p>
            <a:pPr algn="r"/>
            <a:fld id="{0FF54DE5-C571-48E8-A5BC-B369434E2F44}" type="slidenum">
              <a:rPr lang="en-US" altLang="zh-CN" noProof="0" smtClean="0"/>
              <a:pPr algn="r"/>
              <a:t>‹#›</a:t>
            </a:fld>
            <a:endParaRPr lang="zh-CN" altLang="en-US" noProof="0" dirty="0"/>
          </a:p>
        </p:txBody>
      </p:sp>
      <p:grpSp>
        <p:nvGrpSpPr>
          <p:cNvPr id="15" name="组 14"/>
          <p:cNvGrpSpPr/>
          <p:nvPr/>
        </p:nvGrpSpPr>
        <p:grpSpPr>
          <a:xfrm>
            <a:off x="827532" y="1219202"/>
            <a:ext cx="7488936" cy="84403"/>
            <a:chOff x="1073150" y="1219201"/>
            <a:chExt cx="10058400" cy="63125"/>
          </a:xfrm>
        </p:grpSpPr>
        <p:cxnSp>
          <p:nvCxnSpPr>
            <p:cNvPr id="13" name="直接连接符​​ 12"/>
            <p:cNvCxnSpPr/>
            <p:nvPr/>
          </p:nvCxnSpPr>
          <p:spPr>
            <a:xfrm rot="10800000">
              <a:off x="1073150" y="1219201"/>
              <a:ext cx="10058400"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rot="10800000">
              <a:off x="1073150" y="1282326"/>
              <a:ext cx="10058400"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4625105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685800" rtl="0" eaLnBrk="1" latinLnBrk="0" hangingPunct="1">
        <a:lnSpc>
          <a:spcPct val="90000"/>
        </a:lnSpc>
        <a:spcBef>
          <a:spcPct val="0"/>
        </a:spcBef>
        <a:buNone/>
        <a:defRPr sz="2100" kern="1200">
          <a:solidFill>
            <a:schemeClr val="tx1"/>
          </a:solidFill>
          <a:latin typeface="微软雅黑" panose="020B0503020204020204" pitchFamily="34" charset="-122"/>
          <a:ea typeface="微软雅黑" panose="020B0503020204020204" pitchFamily="34" charset="-122"/>
          <a:cs typeface="+mj-cs"/>
        </a:defRPr>
      </a:lvl1pPr>
    </p:titleStyle>
    <p:body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p:bodyStyle>
    <p:otherStyle>
      <a:defPPr>
        <a:defRP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22" userDrawn="1">
          <p15:clr>
            <a:srgbClr val="F26B43"/>
          </p15:clr>
        </p15:guide>
        <p15:guide id="2" pos="5238" userDrawn="1">
          <p15:clr>
            <a:srgbClr val="F26B43"/>
          </p15:clr>
        </p15:guide>
        <p15:guide id="3" orient="horz" pos="1008" userDrawn="1">
          <p15:clr>
            <a:srgbClr val="F26B43"/>
          </p15:clr>
        </p15:guide>
        <p15:guide id="4" orient="horz" pos="3888"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oleObject" Target="../embeddings/oleObject4.bin"/><Relationship Id="rId13" Type="http://schemas.openxmlformats.org/officeDocument/2006/relationships/image" Target="../media/image7.wmf"/><Relationship Id="rId18" Type="http://schemas.openxmlformats.org/officeDocument/2006/relationships/oleObject" Target="../embeddings/oleObject9.bin"/><Relationship Id="rId3" Type="http://schemas.openxmlformats.org/officeDocument/2006/relationships/oleObject" Target="../embeddings/oleObject1.bin"/><Relationship Id="rId21" Type="http://schemas.openxmlformats.org/officeDocument/2006/relationships/image" Target="../media/image11.wmf"/><Relationship Id="rId7" Type="http://schemas.openxmlformats.org/officeDocument/2006/relationships/oleObject" Target="../embeddings/oleObject3.bin"/><Relationship Id="rId12" Type="http://schemas.openxmlformats.org/officeDocument/2006/relationships/oleObject" Target="../embeddings/oleObject6.bin"/><Relationship Id="rId17" Type="http://schemas.openxmlformats.org/officeDocument/2006/relationships/image" Target="../media/image9.wmf"/><Relationship Id="rId2" Type="http://schemas.openxmlformats.org/officeDocument/2006/relationships/slideLayout" Target="../slideLayouts/slideLayout2.xml"/><Relationship Id="rId16" Type="http://schemas.openxmlformats.org/officeDocument/2006/relationships/oleObject" Target="../embeddings/oleObject8.bin"/><Relationship Id="rId20" Type="http://schemas.openxmlformats.org/officeDocument/2006/relationships/oleObject" Target="../embeddings/oleObject10.bin"/><Relationship Id="rId1" Type="http://schemas.openxmlformats.org/officeDocument/2006/relationships/vmlDrawing" Target="../drawings/vmlDrawing1.vml"/><Relationship Id="rId6" Type="http://schemas.openxmlformats.org/officeDocument/2006/relationships/image" Target="../media/image4.wmf"/><Relationship Id="rId11" Type="http://schemas.openxmlformats.org/officeDocument/2006/relationships/image" Target="../media/image6.wmf"/><Relationship Id="rId5" Type="http://schemas.openxmlformats.org/officeDocument/2006/relationships/oleObject" Target="../embeddings/oleObject2.bin"/><Relationship Id="rId15" Type="http://schemas.openxmlformats.org/officeDocument/2006/relationships/image" Target="../media/image8.wmf"/><Relationship Id="rId10" Type="http://schemas.openxmlformats.org/officeDocument/2006/relationships/oleObject" Target="../embeddings/oleObject5.bin"/><Relationship Id="rId19" Type="http://schemas.openxmlformats.org/officeDocument/2006/relationships/image" Target="../media/image10.wmf"/><Relationship Id="rId4" Type="http://schemas.openxmlformats.org/officeDocument/2006/relationships/image" Target="../media/image3.wmf"/><Relationship Id="rId9" Type="http://schemas.openxmlformats.org/officeDocument/2006/relationships/image" Target="../media/image5.wmf"/><Relationship Id="rId14" Type="http://schemas.openxmlformats.org/officeDocument/2006/relationships/oleObject" Target="../embeddings/oleObject7.bin"/></Relationships>
</file>

<file path=ppt/slides/_rels/slide5.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slideLayout" Target="../slideLayouts/slideLayout2.xml"/><Relationship Id="rId1" Type="http://schemas.openxmlformats.org/officeDocument/2006/relationships/vmlDrawing" Target="../drawings/vmlDrawing2.vml"/><Relationship Id="rId4" Type="http://schemas.openxmlformats.org/officeDocument/2006/relationships/image" Target="../media/image12.wmf"/></Relationships>
</file>

<file path=ppt/slides/_rels/slide6.xml.rels><?xml version="1.0" encoding="UTF-8" standalone="yes"?>
<Relationships xmlns="http://schemas.openxmlformats.org/package/2006/relationships"><Relationship Id="rId8" Type="http://schemas.openxmlformats.org/officeDocument/2006/relationships/image" Target="../media/image15.wmf"/><Relationship Id="rId13" Type="http://schemas.openxmlformats.org/officeDocument/2006/relationships/oleObject" Target="../embeddings/oleObject17.bin"/><Relationship Id="rId18" Type="http://schemas.openxmlformats.org/officeDocument/2006/relationships/image" Target="../media/image20.wmf"/><Relationship Id="rId3" Type="http://schemas.openxmlformats.org/officeDocument/2006/relationships/oleObject" Target="../embeddings/oleObject12.bin"/><Relationship Id="rId7" Type="http://schemas.openxmlformats.org/officeDocument/2006/relationships/oleObject" Target="../embeddings/oleObject14.bin"/><Relationship Id="rId12" Type="http://schemas.openxmlformats.org/officeDocument/2006/relationships/image" Target="../media/image17.wmf"/><Relationship Id="rId17" Type="http://schemas.openxmlformats.org/officeDocument/2006/relationships/oleObject" Target="../embeddings/oleObject19.bin"/><Relationship Id="rId2" Type="http://schemas.openxmlformats.org/officeDocument/2006/relationships/slideLayout" Target="../slideLayouts/slideLayout2.xml"/><Relationship Id="rId16" Type="http://schemas.openxmlformats.org/officeDocument/2006/relationships/image" Target="../media/image19.wmf"/><Relationship Id="rId1" Type="http://schemas.openxmlformats.org/officeDocument/2006/relationships/vmlDrawing" Target="../drawings/vmlDrawing3.vml"/><Relationship Id="rId6" Type="http://schemas.openxmlformats.org/officeDocument/2006/relationships/image" Target="../media/image14.wmf"/><Relationship Id="rId11" Type="http://schemas.openxmlformats.org/officeDocument/2006/relationships/oleObject" Target="../embeddings/oleObject16.bin"/><Relationship Id="rId5" Type="http://schemas.openxmlformats.org/officeDocument/2006/relationships/oleObject" Target="../embeddings/oleObject13.bin"/><Relationship Id="rId15" Type="http://schemas.openxmlformats.org/officeDocument/2006/relationships/oleObject" Target="../embeddings/oleObject18.bin"/><Relationship Id="rId10" Type="http://schemas.openxmlformats.org/officeDocument/2006/relationships/image" Target="../media/image16.wmf"/><Relationship Id="rId4" Type="http://schemas.openxmlformats.org/officeDocument/2006/relationships/image" Target="../media/image13.wmf"/><Relationship Id="rId9" Type="http://schemas.openxmlformats.org/officeDocument/2006/relationships/oleObject" Target="../embeddings/oleObject15.bin"/><Relationship Id="rId14" Type="http://schemas.openxmlformats.org/officeDocument/2006/relationships/image" Target="../media/image18.wmf"/></Relationships>
</file>

<file path=ppt/slides/_rels/slide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image" Target="../media/image25.wmf"/><Relationship Id="rId13" Type="http://schemas.openxmlformats.org/officeDocument/2006/relationships/oleObject" Target="../embeddings/oleObject25.bin"/><Relationship Id="rId18" Type="http://schemas.openxmlformats.org/officeDocument/2006/relationships/image" Target="../media/image30.wmf"/><Relationship Id="rId26" Type="http://schemas.openxmlformats.org/officeDocument/2006/relationships/image" Target="../media/image34.wmf"/><Relationship Id="rId3" Type="http://schemas.openxmlformats.org/officeDocument/2006/relationships/oleObject" Target="../embeddings/oleObject20.bin"/><Relationship Id="rId21" Type="http://schemas.openxmlformats.org/officeDocument/2006/relationships/oleObject" Target="../embeddings/oleObject29.bin"/><Relationship Id="rId7" Type="http://schemas.openxmlformats.org/officeDocument/2006/relationships/oleObject" Target="../embeddings/oleObject22.bin"/><Relationship Id="rId12" Type="http://schemas.openxmlformats.org/officeDocument/2006/relationships/image" Target="../media/image27.wmf"/><Relationship Id="rId17" Type="http://schemas.openxmlformats.org/officeDocument/2006/relationships/oleObject" Target="../embeddings/oleObject27.bin"/><Relationship Id="rId25" Type="http://schemas.openxmlformats.org/officeDocument/2006/relationships/oleObject" Target="../embeddings/oleObject31.bin"/><Relationship Id="rId2" Type="http://schemas.openxmlformats.org/officeDocument/2006/relationships/slideLayout" Target="../slideLayouts/slideLayout2.xml"/><Relationship Id="rId16" Type="http://schemas.openxmlformats.org/officeDocument/2006/relationships/image" Target="../media/image29.wmf"/><Relationship Id="rId20" Type="http://schemas.openxmlformats.org/officeDocument/2006/relationships/image" Target="../media/image31.wmf"/><Relationship Id="rId1" Type="http://schemas.openxmlformats.org/officeDocument/2006/relationships/vmlDrawing" Target="../drawings/vmlDrawing4.vml"/><Relationship Id="rId6" Type="http://schemas.openxmlformats.org/officeDocument/2006/relationships/image" Target="../media/image24.wmf"/><Relationship Id="rId11" Type="http://schemas.openxmlformats.org/officeDocument/2006/relationships/oleObject" Target="../embeddings/oleObject24.bin"/><Relationship Id="rId24" Type="http://schemas.openxmlformats.org/officeDocument/2006/relationships/image" Target="../media/image33.wmf"/><Relationship Id="rId5" Type="http://schemas.openxmlformats.org/officeDocument/2006/relationships/oleObject" Target="../embeddings/oleObject21.bin"/><Relationship Id="rId15" Type="http://schemas.openxmlformats.org/officeDocument/2006/relationships/oleObject" Target="../embeddings/oleObject26.bin"/><Relationship Id="rId23" Type="http://schemas.openxmlformats.org/officeDocument/2006/relationships/oleObject" Target="../embeddings/oleObject30.bin"/><Relationship Id="rId28" Type="http://schemas.openxmlformats.org/officeDocument/2006/relationships/image" Target="../media/image35.wmf"/><Relationship Id="rId10" Type="http://schemas.openxmlformats.org/officeDocument/2006/relationships/image" Target="../media/image26.wmf"/><Relationship Id="rId19" Type="http://schemas.openxmlformats.org/officeDocument/2006/relationships/oleObject" Target="../embeddings/oleObject28.bin"/><Relationship Id="rId4" Type="http://schemas.openxmlformats.org/officeDocument/2006/relationships/image" Target="../media/image23.wmf"/><Relationship Id="rId9" Type="http://schemas.openxmlformats.org/officeDocument/2006/relationships/oleObject" Target="../embeddings/oleObject23.bin"/><Relationship Id="rId14" Type="http://schemas.openxmlformats.org/officeDocument/2006/relationships/image" Target="../media/image28.wmf"/><Relationship Id="rId22" Type="http://schemas.openxmlformats.org/officeDocument/2006/relationships/image" Target="../media/image32.wmf"/><Relationship Id="rId27" Type="http://schemas.openxmlformats.org/officeDocument/2006/relationships/oleObject" Target="../embeddings/oleObject32.bin"/></Relationships>
</file>

<file path=ppt/slides/_rels/slide10.xml.rels><?xml version="1.0" encoding="UTF-8" standalone="yes"?>
<Relationships xmlns="http://schemas.openxmlformats.org/package/2006/relationships"><Relationship Id="rId3" Type="http://schemas.openxmlformats.org/officeDocument/2006/relationships/oleObject" Target="../embeddings/oleObject33.bin"/><Relationship Id="rId2" Type="http://schemas.openxmlformats.org/officeDocument/2006/relationships/slideLayout" Target="../slideLayouts/slideLayout2.xml"/><Relationship Id="rId1" Type="http://schemas.openxmlformats.org/officeDocument/2006/relationships/vmlDrawing" Target="../drawings/vmlDrawing5.vml"/><Relationship Id="rId6" Type="http://schemas.openxmlformats.org/officeDocument/2006/relationships/image" Target="../media/image37.wmf"/><Relationship Id="rId5" Type="http://schemas.openxmlformats.org/officeDocument/2006/relationships/oleObject" Target="../embeddings/oleObject34.bin"/><Relationship Id="rId4" Type="http://schemas.openxmlformats.org/officeDocument/2006/relationships/image" Target="../media/image36.wmf"/></Relationships>
</file>

<file path=ppt/slides/_rels/slide11.xml.rels><?xml version="1.0" encoding="UTF-8" standalone="yes"?>
<Relationships xmlns="http://schemas.openxmlformats.org/package/2006/relationships"><Relationship Id="rId8" Type="http://schemas.openxmlformats.org/officeDocument/2006/relationships/image" Target="../media/image40.wmf"/><Relationship Id="rId3" Type="http://schemas.openxmlformats.org/officeDocument/2006/relationships/oleObject" Target="../embeddings/oleObject35.bin"/><Relationship Id="rId7" Type="http://schemas.openxmlformats.org/officeDocument/2006/relationships/oleObject" Target="../embeddings/oleObject37.bin"/><Relationship Id="rId2" Type="http://schemas.openxmlformats.org/officeDocument/2006/relationships/slideLayout" Target="../slideLayouts/slideLayout2.xml"/><Relationship Id="rId1" Type="http://schemas.openxmlformats.org/officeDocument/2006/relationships/vmlDrawing" Target="../drawings/vmlDrawing6.vml"/><Relationship Id="rId6" Type="http://schemas.openxmlformats.org/officeDocument/2006/relationships/image" Target="../media/image39.wmf"/><Relationship Id="rId5" Type="http://schemas.openxmlformats.org/officeDocument/2006/relationships/oleObject" Target="../embeddings/oleObject36.bin"/><Relationship Id="rId10" Type="http://schemas.openxmlformats.org/officeDocument/2006/relationships/image" Target="../media/image41.wmf"/><Relationship Id="rId4" Type="http://schemas.openxmlformats.org/officeDocument/2006/relationships/image" Target="../media/image38.wmf"/><Relationship Id="rId9" Type="http://schemas.openxmlformats.org/officeDocument/2006/relationships/oleObject" Target="../embeddings/oleObject38.bin"/></Relationships>
</file>

<file path=ppt/slides/_rels/slide12.xml.rels><?xml version="1.0" encoding="UTF-8" standalone="yes"?>
<Relationships xmlns="http://schemas.openxmlformats.org/package/2006/relationships"><Relationship Id="rId8" Type="http://schemas.openxmlformats.org/officeDocument/2006/relationships/image" Target="../media/image44.wmf"/><Relationship Id="rId3" Type="http://schemas.openxmlformats.org/officeDocument/2006/relationships/oleObject" Target="../embeddings/oleObject39.bin"/><Relationship Id="rId7" Type="http://schemas.openxmlformats.org/officeDocument/2006/relationships/oleObject" Target="../embeddings/oleObject41.bin"/><Relationship Id="rId12" Type="http://schemas.openxmlformats.org/officeDocument/2006/relationships/image" Target="../media/image46.wmf"/><Relationship Id="rId2" Type="http://schemas.openxmlformats.org/officeDocument/2006/relationships/slideLayout" Target="../slideLayouts/slideLayout2.xml"/><Relationship Id="rId1" Type="http://schemas.openxmlformats.org/officeDocument/2006/relationships/vmlDrawing" Target="../drawings/vmlDrawing7.vml"/><Relationship Id="rId6" Type="http://schemas.openxmlformats.org/officeDocument/2006/relationships/image" Target="../media/image43.wmf"/><Relationship Id="rId11" Type="http://schemas.openxmlformats.org/officeDocument/2006/relationships/oleObject" Target="../embeddings/oleObject43.bin"/><Relationship Id="rId5" Type="http://schemas.openxmlformats.org/officeDocument/2006/relationships/oleObject" Target="../embeddings/oleObject40.bin"/><Relationship Id="rId10" Type="http://schemas.openxmlformats.org/officeDocument/2006/relationships/image" Target="../media/image45.wmf"/><Relationship Id="rId4" Type="http://schemas.openxmlformats.org/officeDocument/2006/relationships/image" Target="../media/image42.wmf"/><Relationship Id="rId9" Type="http://schemas.openxmlformats.org/officeDocument/2006/relationships/oleObject" Target="../embeddings/oleObject42.bin"/></Relationships>
</file>

<file path=ppt/slides/_rels/slide1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oleObject" Target="../embeddings/oleObject46.bin"/><Relationship Id="rId13" Type="http://schemas.openxmlformats.org/officeDocument/2006/relationships/oleObject" Target="../embeddings/oleObject49.bin"/><Relationship Id="rId18" Type="http://schemas.openxmlformats.org/officeDocument/2006/relationships/image" Target="../media/image54.wmf"/><Relationship Id="rId3" Type="http://schemas.openxmlformats.org/officeDocument/2006/relationships/image" Target="../media/image57.png"/><Relationship Id="rId21" Type="http://schemas.openxmlformats.org/officeDocument/2006/relationships/oleObject" Target="../embeddings/oleObject53.bin"/><Relationship Id="rId7" Type="http://schemas.openxmlformats.org/officeDocument/2006/relationships/image" Target="../media/image49.wmf"/><Relationship Id="rId12" Type="http://schemas.openxmlformats.org/officeDocument/2006/relationships/oleObject" Target="../embeddings/oleObject48.bin"/><Relationship Id="rId17" Type="http://schemas.openxmlformats.org/officeDocument/2006/relationships/oleObject" Target="../embeddings/oleObject51.bin"/><Relationship Id="rId2" Type="http://schemas.openxmlformats.org/officeDocument/2006/relationships/slideLayout" Target="../slideLayouts/slideLayout2.xml"/><Relationship Id="rId16" Type="http://schemas.openxmlformats.org/officeDocument/2006/relationships/image" Target="../media/image53.wmf"/><Relationship Id="rId20" Type="http://schemas.openxmlformats.org/officeDocument/2006/relationships/image" Target="../media/image55.wmf"/><Relationship Id="rId1" Type="http://schemas.openxmlformats.org/officeDocument/2006/relationships/vmlDrawing" Target="../drawings/vmlDrawing8.vml"/><Relationship Id="rId6" Type="http://schemas.openxmlformats.org/officeDocument/2006/relationships/oleObject" Target="../embeddings/oleObject45.bin"/><Relationship Id="rId11" Type="http://schemas.openxmlformats.org/officeDocument/2006/relationships/image" Target="../media/image51.wmf"/><Relationship Id="rId5" Type="http://schemas.openxmlformats.org/officeDocument/2006/relationships/image" Target="../media/image48.wmf"/><Relationship Id="rId15" Type="http://schemas.openxmlformats.org/officeDocument/2006/relationships/oleObject" Target="../embeddings/oleObject50.bin"/><Relationship Id="rId10" Type="http://schemas.openxmlformats.org/officeDocument/2006/relationships/oleObject" Target="../embeddings/oleObject47.bin"/><Relationship Id="rId19" Type="http://schemas.openxmlformats.org/officeDocument/2006/relationships/oleObject" Target="../embeddings/oleObject52.bin"/><Relationship Id="rId4" Type="http://schemas.openxmlformats.org/officeDocument/2006/relationships/oleObject" Target="../embeddings/oleObject44.bin"/><Relationship Id="rId9" Type="http://schemas.openxmlformats.org/officeDocument/2006/relationships/image" Target="../media/image50.wmf"/><Relationship Id="rId14" Type="http://schemas.openxmlformats.org/officeDocument/2006/relationships/image" Target="../media/image52.wmf"/><Relationship Id="rId22" Type="http://schemas.openxmlformats.org/officeDocument/2006/relationships/image" Target="../media/image56.wmf"/></Relationships>
</file>

<file path=ppt/slides/_rels/slide15.xml.rels><?xml version="1.0" encoding="UTF-8" standalone="yes"?>
<Relationships xmlns="http://schemas.openxmlformats.org/package/2006/relationships"><Relationship Id="rId3" Type="http://schemas.openxmlformats.org/officeDocument/2006/relationships/oleObject" Target="../embeddings/oleObject54.bin"/><Relationship Id="rId2" Type="http://schemas.openxmlformats.org/officeDocument/2006/relationships/slideLayout" Target="../slideLayouts/slideLayout2.xml"/><Relationship Id="rId1" Type="http://schemas.openxmlformats.org/officeDocument/2006/relationships/vmlDrawing" Target="../drawings/vmlDrawing9.vml"/><Relationship Id="rId6" Type="http://schemas.openxmlformats.org/officeDocument/2006/relationships/image" Target="../media/image59.wmf"/><Relationship Id="rId5" Type="http://schemas.openxmlformats.org/officeDocument/2006/relationships/oleObject" Target="../embeddings/oleObject55.bin"/><Relationship Id="rId4" Type="http://schemas.openxmlformats.org/officeDocument/2006/relationships/image" Target="../media/image58.w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p:cNvSpPr>
            <a:spLocks noGrp="1"/>
          </p:cNvSpPr>
          <p:nvPr>
            <p:ph type="ctrTitle"/>
          </p:nvPr>
        </p:nvSpPr>
        <p:spPr>
          <a:xfrm>
            <a:off x="828675" y="2576321"/>
            <a:ext cx="4300538" cy="1664768"/>
          </a:xfrm>
        </p:spPr>
        <p:txBody>
          <a:bodyPr rtlCol="0" anchor="ctr"/>
          <a:lstStyle/>
          <a:p>
            <a:pPr rtl="0"/>
            <a:r>
              <a:rPr lang="en-US" altLang="zh-CN" dirty="0"/>
              <a:t>Compilers</a:t>
            </a:r>
            <a:endParaRPr lang="en-US" dirty="0">
              <a:latin typeface="微软雅黑" panose="020B0503020204020204" pitchFamily="34" charset="-122"/>
              <a:ea typeface="微软雅黑" panose="020B0503020204020204" pitchFamily="34" charset="-122"/>
            </a:endParaRPr>
          </a:p>
        </p:txBody>
      </p:sp>
      <p:sp>
        <p:nvSpPr>
          <p:cNvPr id="7" name="副标题 6"/>
          <p:cNvSpPr>
            <a:spLocks noGrp="1"/>
          </p:cNvSpPr>
          <p:nvPr>
            <p:ph type="subTitle" idx="1"/>
          </p:nvPr>
        </p:nvSpPr>
        <p:spPr>
          <a:xfrm>
            <a:off x="828675" y="3879543"/>
            <a:ext cx="4300538" cy="1473692"/>
          </a:xfrm>
        </p:spPr>
        <p:txBody>
          <a:bodyPr rtlCol="0">
            <a:normAutofit/>
          </a:bodyPr>
          <a:lstStyle/>
          <a:p>
            <a:pPr rtl="0"/>
            <a:r>
              <a:rPr lang="en-US" sz="2000" dirty="0"/>
              <a:t>Principles, Techniques, &amp; Tools</a:t>
            </a:r>
          </a:p>
          <a:p>
            <a:pPr rtl="0"/>
            <a:endParaRPr lang="en-US" sz="2000" dirty="0">
              <a:latin typeface="微软雅黑" panose="020B0503020204020204" pitchFamily="34" charset="-122"/>
              <a:ea typeface="微软雅黑" panose="020B0503020204020204" pitchFamily="34" charset="-122"/>
            </a:endParaRPr>
          </a:p>
          <a:p>
            <a:pPr rtl="0"/>
            <a:endParaRPr lang="en-US" sz="2000" dirty="0">
              <a:latin typeface="微软雅黑" panose="020B0503020204020204" pitchFamily="34" charset="-122"/>
              <a:ea typeface="微软雅黑" panose="020B0503020204020204" pitchFamily="34" charset="-122"/>
            </a:endParaRPr>
          </a:p>
          <a:p>
            <a:pPr rtl="0"/>
            <a:r>
              <a:rPr lang="en-US" sz="2000" dirty="0">
                <a:latin typeface="微软雅黑" panose="020B0503020204020204" pitchFamily="34" charset="-122"/>
                <a:ea typeface="微软雅黑" panose="020B0503020204020204" pitchFamily="34" charset="-122"/>
              </a:rPr>
              <a:t>Taught by Jing Zhang </a:t>
            </a:r>
          </a:p>
          <a:p>
            <a:pPr rtl="0"/>
            <a:r>
              <a:rPr lang="en-US" sz="2000" dirty="0">
                <a:latin typeface="微软雅黑" panose="020B0503020204020204" pitchFamily="34" charset="-122"/>
                <a:ea typeface="微软雅黑" panose="020B0503020204020204" pitchFamily="34" charset="-122"/>
              </a:rPr>
              <a:t>(jzhang@njust.edu.cn)</a:t>
            </a:r>
          </a:p>
        </p:txBody>
      </p:sp>
      <p:pic>
        <p:nvPicPr>
          <p:cNvPr id="4" name="图片占位符 3" descr="桌上一本打开的书，书架在背景中模糊显示" title="示例图片"/>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l="8805" r="8805"/>
          <a:stretch>
            <a:fillRect/>
          </a:stretch>
        </p:blipFill>
        <p:spPr/>
      </p:pic>
    </p:spTree>
    <p:extLst>
      <p:ext uri="{BB962C8B-B14F-4D97-AF65-F5344CB8AC3E}">
        <p14:creationId xmlns:p14="http://schemas.microsoft.com/office/powerpoint/2010/main" val="16521339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p>
            <a:pPr rtl="0"/>
            <a:r>
              <a:rPr lang="en-US" dirty="0"/>
              <a:t>Grammar Description</a:t>
            </a:r>
          </a:p>
        </p:txBody>
      </p:sp>
      <p:sp>
        <p:nvSpPr>
          <p:cNvPr id="3" name="文本占位符 2"/>
          <p:cNvSpPr>
            <a:spLocks noGrp="1"/>
          </p:cNvSpPr>
          <p:nvPr>
            <p:ph type="body" idx="1"/>
          </p:nvPr>
        </p:nvSpPr>
        <p:spPr/>
        <p:txBody>
          <a:bodyPr rtlCol="0"/>
          <a:lstStyle/>
          <a:p>
            <a:pPr rtl="0"/>
            <a:endParaRPr lang="en-US"/>
          </a:p>
        </p:txBody>
      </p:sp>
    </p:spTree>
    <p:extLst>
      <p:ext uri="{BB962C8B-B14F-4D97-AF65-F5344CB8AC3E}">
        <p14:creationId xmlns:p14="http://schemas.microsoft.com/office/powerpoint/2010/main" val="1328843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CBF94A34-36A9-4492-BE54-AD37711511C7}"/>
              </a:ext>
            </a:extLst>
          </p:cNvPr>
          <p:cNvSpPr>
            <a:spLocks noGrp="1"/>
          </p:cNvSpPr>
          <p:nvPr>
            <p:ph type="title"/>
          </p:nvPr>
        </p:nvSpPr>
        <p:spPr/>
        <p:txBody>
          <a:bodyPr/>
          <a:lstStyle/>
          <a:p>
            <a:r>
              <a:rPr lang="en-US" altLang="zh-CN" dirty="0"/>
              <a:t>2.0 Why We Need Grammar</a:t>
            </a:r>
            <a:endParaRPr lang="zh-CN" altLang="en-US" dirty="0"/>
          </a:p>
        </p:txBody>
      </p:sp>
      <p:sp>
        <p:nvSpPr>
          <p:cNvPr id="6" name="内容占位符 5">
            <a:extLst>
              <a:ext uri="{FF2B5EF4-FFF2-40B4-BE49-F238E27FC236}">
                <a16:creationId xmlns:a16="http://schemas.microsoft.com/office/drawing/2014/main" id="{CE888588-40FD-4008-9B2C-6C3C3F05C2DB}"/>
              </a:ext>
            </a:extLst>
          </p:cNvPr>
          <p:cNvSpPr>
            <a:spLocks noGrp="1"/>
          </p:cNvSpPr>
          <p:nvPr>
            <p:ph idx="1"/>
          </p:nvPr>
        </p:nvSpPr>
        <p:spPr>
          <a:xfrm>
            <a:off x="827537" y="1506762"/>
            <a:ext cx="7486650" cy="1702969"/>
          </a:xfrm>
        </p:spPr>
        <p:txBody>
          <a:bodyPr>
            <a:normAutofit/>
          </a:bodyPr>
          <a:lstStyle/>
          <a:p>
            <a:r>
              <a:rPr lang="en-US" altLang="zh-CN" dirty="0"/>
              <a:t>Example 1:</a:t>
            </a:r>
            <a:r>
              <a:rPr lang="zh-CN" altLang="en-US" dirty="0"/>
              <a:t> </a:t>
            </a:r>
            <a:r>
              <a:rPr lang="en-US" altLang="zh-CN" dirty="0"/>
              <a:t>Choose an account name for your email</a:t>
            </a:r>
          </a:p>
          <a:p>
            <a:pPr lvl="1"/>
            <a:r>
              <a:rPr lang="en-US" altLang="zh-CN" dirty="0"/>
              <a:t>Valid name: </a:t>
            </a:r>
            <a:r>
              <a:rPr lang="en-US" altLang="zh-CN" dirty="0" err="1"/>
              <a:t>jingzhang</a:t>
            </a:r>
            <a:r>
              <a:rPr lang="en-US" altLang="zh-CN" dirty="0"/>
              <a:t>, jzhang81, </a:t>
            </a:r>
            <a:r>
              <a:rPr lang="en-US" altLang="zh-CN" dirty="0" err="1"/>
              <a:t>jingzhang_cs</a:t>
            </a:r>
            <a:r>
              <a:rPr lang="en-US" altLang="zh-CN" dirty="0"/>
              <a:t>, </a:t>
            </a:r>
            <a:r>
              <a:rPr lang="en-US" altLang="zh-CN" dirty="0" err="1"/>
              <a:t>jinzhang.cs</a:t>
            </a:r>
            <a:r>
              <a:rPr lang="en-US" altLang="zh-CN" dirty="0"/>
              <a:t>, ….</a:t>
            </a:r>
          </a:p>
          <a:p>
            <a:pPr lvl="1"/>
            <a:r>
              <a:rPr lang="en-US" altLang="zh-CN" dirty="0"/>
              <a:t>Invalid name: 81jingzhang, </a:t>
            </a:r>
            <a:r>
              <a:rPr lang="en-US" altLang="zh-CN" dirty="0" err="1"/>
              <a:t>jing</a:t>
            </a:r>
            <a:r>
              <a:rPr lang="en-US" altLang="zh-CN" dirty="0"/>
              <a:t>*</a:t>
            </a:r>
            <a:r>
              <a:rPr lang="en-US" altLang="zh-CN" dirty="0" err="1"/>
              <a:t>zhang</a:t>
            </a:r>
            <a:r>
              <a:rPr lang="en-US" altLang="zh-CN" dirty="0"/>
              <a:t>, </a:t>
            </a:r>
            <a:r>
              <a:rPr lang="en-US" altLang="zh-CN" dirty="0" err="1"/>
              <a:t>jing</a:t>
            </a:r>
            <a:r>
              <a:rPr lang="en-US" altLang="zh-CN" dirty="0"/>
              <a:t>\</a:t>
            </a:r>
            <a:r>
              <a:rPr lang="en-US" altLang="zh-CN" dirty="0" err="1"/>
              <a:t>zhang</a:t>
            </a:r>
            <a:r>
              <a:rPr lang="en-US" altLang="zh-CN" dirty="0"/>
              <a:t>, …</a:t>
            </a:r>
          </a:p>
          <a:p>
            <a:pPr marL="0" indent="0">
              <a:buNone/>
            </a:pPr>
            <a:r>
              <a:rPr lang="en-US" altLang="zh-CN" dirty="0">
                <a:solidFill>
                  <a:srgbClr val="FF0000"/>
                </a:solidFill>
              </a:rPr>
              <a:t>How do you write a program to check the correctness of an account name?</a:t>
            </a:r>
          </a:p>
          <a:p>
            <a:r>
              <a:rPr lang="en-US" altLang="zh-CN" dirty="0"/>
              <a:t>Example 2: Natural English language processing</a:t>
            </a:r>
          </a:p>
        </p:txBody>
      </p:sp>
      <p:sp>
        <p:nvSpPr>
          <p:cNvPr id="7" name="矩形 6">
            <a:extLst>
              <a:ext uri="{FF2B5EF4-FFF2-40B4-BE49-F238E27FC236}">
                <a16:creationId xmlns:a16="http://schemas.microsoft.com/office/drawing/2014/main" id="{4DCC2DFE-BDDE-45D4-8710-3C8D0B0A9C90}"/>
              </a:ext>
            </a:extLst>
          </p:cNvPr>
          <p:cNvSpPr/>
          <p:nvPr/>
        </p:nvSpPr>
        <p:spPr>
          <a:xfrm>
            <a:off x="2947332" y="3058108"/>
            <a:ext cx="2164702" cy="30324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t>sentence</a:t>
            </a:r>
            <a:endParaRPr lang="zh-CN" altLang="en-US" dirty="0"/>
          </a:p>
        </p:txBody>
      </p:sp>
      <p:cxnSp>
        <p:nvCxnSpPr>
          <p:cNvPr id="8" name="直接连接符 7">
            <a:extLst>
              <a:ext uri="{FF2B5EF4-FFF2-40B4-BE49-F238E27FC236}">
                <a16:creationId xmlns:a16="http://schemas.microsoft.com/office/drawing/2014/main" id="{0402C5F8-A269-49B8-AD91-1D3FD0D35A05}"/>
              </a:ext>
            </a:extLst>
          </p:cNvPr>
          <p:cNvCxnSpPr>
            <a:cxnSpLocks/>
          </p:cNvCxnSpPr>
          <p:nvPr/>
        </p:nvCxnSpPr>
        <p:spPr>
          <a:xfrm flipH="1">
            <a:off x="2220682" y="3429000"/>
            <a:ext cx="933062" cy="405882"/>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 name="直接连接符 8">
            <a:extLst>
              <a:ext uri="{FF2B5EF4-FFF2-40B4-BE49-F238E27FC236}">
                <a16:creationId xmlns:a16="http://schemas.microsoft.com/office/drawing/2014/main" id="{1F66CA69-975F-4FCF-AB44-242C79D62DCA}"/>
              </a:ext>
            </a:extLst>
          </p:cNvPr>
          <p:cNvCxnSpPr>
            <a:cxnSpLocks/>
            <a:endCxn id="13" idx="0"/>
          </p:cNvCxnSpPr>
          <p:nvPr/>
        </p:nvCxnSpPr>
        <p:spPr>
          <a:xfrm flipH="1">
            <a:off x="3236990" y="3387012"/>
            <a:ext cx="81686" cy="412881"/>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直接连接符 9">
            <a:extLst>
              <a:ext uri="{FF2B5EF4-FFF2-40B4-BE49-F238E27FC236}">
                <a16:creationId xmlns:a16="http://schemas.microsoft.com/office/drawing/2014/main" id="{7422D2DD-D763-4589-B88C-6902167D4791}"/>
              </a:ext>
            </a:extLst>
          </p:cNvPr>
          <p:cNvCxnSpPr>
            <a:cxnSpLocks/>
          </p:cNvCxnSpPr>
          <p:nvPr/>
        </p:nvCxnSpPr>
        <p:spPr>
          <a:xfrm>
            <a:off x="4506682" y="3396342"/>
            <a:ext cx="130628" cy="43854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3077D65E-55D0-4EF5-AA48-56FF55073A30}"/>
              </a:ext>
            </a:extLst>
          </p:cNvPr>
          <p:cNvCxnSpPr>
            <a:cxnSpLocks/>
          </p:cNvCxnSpPr>
          <p:nvPr/>
        </p:nvCxnSpPr>
        <p:spPr>
          <a:xfrm>
            <a:off x="4884002" y="3354354"/>
            <a:ext cx="1343006" cy="480528"/>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15988BF6-D905-4800-9387-180D87FA29FC}"/>
              </a:ext>
            </a:extLst>
          </p:cNvPr>
          <p:cNvSpPr txBox="1"/>
          <p:nvPr/>
        </p:nvSpPr>
        <p:spPr>
          <a:xfrm>
            <a:off x="1400274" y="3825565"/>
            <a:ext cx="1165704" cy="369332"/>
          </a:xfrm>
          <a:prstGeom prst="rect">
            <a:avLst/>
          </a:prstGeom>
          <a:noFill/>
        </p:spPr>
        <p:txBody>
          <a:bodyPr wrap="none" rtlCol="0">
            <a:spAutoFit/>
          </a:bodyPr>
          <a:lstStyle/>
          <a:p>
            <a:r>
              <a:rPr lang="en-US" altLang="zh-CN" dirty="0"/>
              <a:t>&lt;subject&gt;</a:t>
            </a:r>
            <a:endParaRPr lang="zh-CN" altLang="en-US" dirty="0"/>
          </a:p>
        </p:txBody>
      </p:sp>
      <p:sp>
        <p:nvSpPr>
          <p:cNvPr id="13" name="矩形 12">
            <a:extLst>
              <a:ext uri="{FF2B5EF4-FFF2-40B4-BE49-F238E27FC236}">
                <a16:creationId xmlns:a16="http://schemas.microsoft.com/office/drawing/2014/main" id="{5197F81D-9769-4AFF-8854-62D86DF537CC}"/>
              </a:ext>
            </a:extLst>
          </p:cNvPr>
          <p:cNvSpPr/>
          <p:nvPr/>
        </p:nvSpPr>
        <p:spPr>
          <a:xfrm>
            <a:off x="2540613" y="3799893"/>
            <a:ext cx="1392754" cy="369332"/>
          </a:xfrm>
          <a:prstGeom prst="rect">
            <a:avLst/>
          </a:prstGeom>
        </p:spPr>
        <p:txBody>
          <a:bodyPr wrap="none">
            <a:spAutoFit/>
          </a:bodyPr>
          <a:lstStyle/>
          <a:p>
            <a:r>
              <a:rPr lang="en-GB" altLang="zh-CN" dirty="0"/>
              <a:t>&lt;predicate&gt;</a:t>
            </a:r>
            <a:endParaRPr lang="zh-CN" altLang="en-US" dirty="0"/>
          </a:p>
        </p:txBody>
      </p:sp>
      <p:sp>
        <p:nvSpPr>
          <p:cNvPr id="14" name="矩形 13">
            <a:extLst>
              <a:ext uri="{FF2B5EF4-FFF2-40B4-BE49-F238E27FC236}">
                <a16:creationId xmlns:a16="http://schemas.microsoft.com/office/drawing/2014/main" id="{26B3053F-0FEA-4DD4-A023-71B5D4336BE5}"/>
              </a:ext>
            </a:extLst>
          </p:cNvPr>
          <p:cNvSpPr/>
          <p:nvPr/>
        </p:nvSpPr>
        <p:spPr>
          <a:xfrm>
            <a:off x="3928131" y="3778905"/>
            <a:ext cx="1911742" cy="369332"/>
          </a:xfrm>
          <a:prstGeom prst="rect">
            <a:avLst/>
          </a:prstGeom>
        </p:spPr>
        <p:txBody>
          <a:bodyPr wrap="none">
            <a:spAutoFit/>
          </a:bodyPr>
          <a:lstStyle/>
          <a:p>
            <a:r>
              <a:rPr lang="en-US" altLang="zh-CN" dirty="0"/>
              <a:t>&lt;Indirect object&gt;</a:t>
            </a:r>
            <a:endParaRPr lang="zh-CN" altLang="en-US" dirty="0"/>
          </a:p>
        </p:txBody>
      </p:sp>
      <p:sp>
        <p:nvSpPr>
          <p:cNvPr id="15" name="矩形 14">
            <a:extLst>
              <a:ext uri="{FF2B5EF4-FFF2-40B4-BE49-F238E27FC236}">
                <a16:creationId xmlns:a16="http://schemas.microsoft.com/office/drawing/2014/main" id="{08DD8931-6CF1-4B4B-BEA1-42070031ABF5}"/>
              </a:ext>
            </a:extLst>
          </p:cNvPr>
          <p:cNvSpPr/>
          <p:nvPr/>
        </p:nvSpPr>
        <p:spPr>
          <a:xfrm>
            <a:off x="5752284" y="3792136"/>
            <a:ext cx="1780296" cy="369332"/>
          </a:xfrm>
          <a:prstGeom prst="rect">
            <a:avLst/>
          </a:prstGeom>
        </p:spPr>
        <p:txBody>
          <a:bodyPr wrap="none">
            <a:spAutoFit/>
          </a:bodyPr>
          <a:lstStyle/>
          <a:p>
            <a:r>
              <a:rPr lang="en-US" altLang="zh-CN" dirty="0"/>
              <a:t>&lt;direct object&gt;</a:t>
            </a:r>
            <a:endParaRPr lang="zh-CN" altLang="en-US" dirty="0"/>
          </a:p>
        </p:txBody>
      </p:sp>
      <p:cxnSp>
        <p:nvCxnSpPr>
          <p:cNvPr id="16" name="直接连接符 15">
            <a:extLst>
              <a:ext uri="{FF2B5EF4-FFF2-40B4-BE49-F238E27FC236}">
                <a16:creationId xmlns:a16="http://schemas.microsoft.com/office/drawing/2014/main" id="{B46BEDCB-8723-42E7-A76F-87A3982CBADB}"/>
              </a:ext>
            </a:extLst>
          </p:cNvPr>
          <p:cNvCxnSpPr>
            <a:cxnSpLocks/>
            <a:stCxn id="12" idx="2"/>
          </p:cNvCxnSpPr>
          <p:nvPr/>
        </p:nvCxnSpPr>
        <p:spPr>
          <a:xfrm>
            <a:off x="1983126" y="4194897"/>
            <a:ext cx="0" cy="345221"/>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3F5A30DF-F254-4F62-AB3D-51FB30AF0FB4}"/>
              </a:ext>
            </a:extLst>
          </p:cNvPr>
          <p:cNvCxnSpPr>
            <a:cxnSpLocks/>
          </p:cNvCxnSpPr>
          <p:nvPr/>
        </p:nvCxnSpPr>
        <p:spPr>
          <a:xfrm>
            <a:off x="3171225" y="4148237"/>
            <a:ext cx="0" cy="391881"/>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006B2C76-2C44-4550-B0EC-3198344A5D70}"/>
              </a:ext>
            </a:extLst>
          </p:cNvPr>
          <p:cNvCxnSpPr>
            <a:cxnSpLocks/>
          </p:cNvCxnSpPr>
          <p:nvPr/>
        </p:nvCxnSpPr>
        <p:spPr>
          <a:xfrm>
            <a:off x="4673452" y="4133471"/>
            <a:ext cx="0" cy="406647"/>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2E7E063D-F550-48EB-999A-530ECCFCB6BD}"/>
              </a:ext>
            </a:extLst>
          </p:cNvPr>
          <p:cNvCxnSpPr>
            <a:cxnSpLocks/>
          </p:cNvCxnSpPr>
          <p:nvPr/>
        </p:nvCxnSpPr>
        <p:spPr>
          <a:xfrm flipH="1">
            <a:off x="5915618" y="4105474"/>
            <a:ext cx="428016" cy="49377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4C21E994-392A-479C-BC72-6AF4DC7E635A}"/>
              </a:ext>
            </a:extLst>
          </p:cNvPr>
          <p:cNvCxnSpPr>
            <a:cxnSpLocks/>
          </p:cNvCxnSpPr>
          <p:nvPr/>
        </p:nvCxnSpPr>
        <p:spPr>
          <a:xfrm>
            <a:off x="6494102" y="4133471"/>
            <a:ext cx="609615" cy="465779"/>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21" name="文本框 20">
            <a:extLst>
              <a:ext uri="{FF2B5EF4-FFF2-40B4-BE49-F238E27FC236}">
                <a16:creationId xmlns:a16="http://schemas.microsoft.com/office/drawing/2014/main" id="{D3086297-2F55-4D39-9B7C-7FCE25159371}"/>
              </a:ext>
            </a:extLst>
          </p:cNvPr>
          <p:cNvSpPr txBox="1"/>
          <p:nvPr/>
        </p:nvSpPr>
        <p:spPr>
          <a:xfrm>
            <a:off x="1400274" y="4540118"/>
            <a:ext cx="1289264" cy="369332"/>
          </a:xfrm>
          <a:prstGeom prst="rect">
            <a:avLst/>
          </a:prstGeom>
          <a:noFill/>
        </p:spPr>
        <p:txBody>
          <a:bodyPr wrap="none" rtlCol="0">
            <a:spAutoFit/>
          </a:bodyPr>
          <a:lstStyle/>
          <a:p>
            <a:r>
              <a:rPr lang="en-US" altLang="zh-CN"/>
              <a:t>&lt;pronoun&gt;</a:t>
            </a:r>
            <a:endParaRPr lang="zh-CN" altLang="en-US" dirty="0"/>
          </a:p>
        </p:txBody>
      </p:sp>
      <p:sp>
        <p:nvSpPr>
          <p:cNvPr id="22" name="文本框 21">
            <a:extLst>
              <a:ext uri="{FF2B5EF4-FFF2-40B4-BE49-F238E27FC236}">
                <a16:creationId xmlns:a16="http://schemas.microsoft.com/office/drawing/2014/main" id="{1F52F804-5F7F-4CD4-8C0F-4AAB648F48BF}"/>
              </a:ext>
            </a:extLst>
          </p:cNvPr>
          <p:cNvSpPr txBox="1"/>
          <p:nvPr/>
        </p:nvSpPr>
        <p:spPr>
          <a:xfrm>
            <a:off x="4167063" y="4528861"/>
            <a:ext cx="1289264" cy="369332"/>
          </a:xfrm>
          <a:prstGeom prst="rect">
            <a:avLst/>
          </a:prstGeom>
          <a:noFill/>
        </p:spPr>
        <p:txBody>
          <a:bodyPr wrap="none" rtlCol="0">
            <a:spAutoFit/>
          </a:bodyPr>
          <a:lstStyle/>
          <a:p>
            <a:r>
              <a:rPr lang="en-US" altLang="zh-CN" dirty="0"/>
              <a:t>&lt;pronoun&gt;</a:t>
            </a:r>
            <a:endParaRPr lang="zh-CN" altLang="en-US" dirty="0"/>
          </a:p>
        </p:txBody>
      </p:sp>
      <p:sp>
        <p:nvSpPr>
          <p:cNvPr id="23" name="矩形 22">
            <a:extLst>
              <a:ext uri="{FF2B5EF4-FFF2-40B4-BE49-F238E27FC236}">
                <a16:creationId xmlns:a16="http://schemas.microsoft.com/office/drawing/2014/main" id="{6832593F-04B2-4E7E-8813-A39DA4270E0E}"/>
              </a:ext>
            </a:extLst>
          </p:cNvPr>
          <p:cNvSpPr/>
          <p:nvPr/>
        </p:nvSpPr>
        <p:spPr>
          <a:xfrm>
            <a:off x="2740658" y="4551001"/>
            <a:ext cx="861133" cy="369332"/>
          </a:xfrm>
          <a:prstGeom prst="rect">
            <a:avLst/>
          </a:prstGeom>
        </p:spPr>
        <p:txBody>
          <a:bodyPr wrap="none">
            <a:spAutoFit/>
          </a:bodyPr>
          <a:lstStyle/>
          <a:p>
            <a:r>
              <a:rPr lang="en-GB" altLang="zh-CN" dirty="0"/>
              <a:t>&lt;verb&gt;</a:t>
            </a:r>
            <a:endParaRPr lang="zh-CN" altLang="en-US" dirty="0"/>
          </a:p>
        </p:txBody>
      </p:sp>
      <p:sp>
        <p:nvSpPr>
          <p:cNvPr id="24" name="文本框 23">
            <a:extLst>
              <a:ext uri="{FF2B5EF4-FFF2-40B4-BE49-F238E27FC236}">
                <a16:creationId xmlns:a16="http://schemas.microsoft.com/office/drawing/2014/main" id="{532FBC28-D725-4387-AC95-0E5BA53B4684}"/>
              </a:ext>
            </a:extLst>
          </p:cNvPr>
          <p:cNvSpPr txBox="1"/>
          <p:nvPr/>
        </p:nvSpPr>
        <p:spPr>
          <a:xfrm>
            <a:off x="5531278" y="4540118"/>
            <a:ext cx="1067921" cy="369332"/>
          </a:xfrm>
          <a:prstGeom prst="rect">
            <a:avLst/>
          </a:prstGeom>
          <a:noFill/>
        </p:spPr>
        <p:txBody>
          <a:bodyPr wrap="none" rtlCol="0">
            <a:spAutoFit/>
          </a:bodyPr>
          <a:lstStyle/>
          <a:p>
            <a:r>
              <a:rPr lang="en-US" altLang="zh-CN" dirty="0"/>
              <a:t>&lt;article&gt;</a:t>
            </a:r>
            <a:endParaRPr lang="zh-CN" altLang="en-US" dirty="0"/>
          </a:p>
        </p:txBody>
      </p:sp>
      <p:sp>
        <p:nvSpPr>
          <p:cNvPr id="25" name="文本框 24">
            <a:extLst>
              <a:ext uri="{FF2B5EF4-FFF2-40B4-BE49-F238E27FC236}">
                <a16:creationId xmlns:a16="http://schemas.microsoft.com/office/drawing/2014/main" id="{661B5581-6124-426B-A36D-381CD152C037}"/>
              </a:ext>
            </a:extLst>
          </p:cNvPr>
          <p:cNvSpPr txBox="1"/>
          <p:nvPr/>
        </p:nvSpPr>
        <p:spPr>
          <a:xfrm>
            <a:off x="6693876" y="4528861"/>
            <a:ext cx="942887" cy="369332"/>
          </a:xfrm>
          <a:prstGeom prst="rect">
            <a:avLst/>
          </a:prstGeom>
          <a:noFill/>
        </p:spPr>
        <p:txBody>
          <a:bodyPr wrap="none" rtlCol="0">
            <a:spAutoFit/>
          </a:bodyPr>
          <a:lstStyle/>
          <a:p>
            <a:r>
              <a:rPr lang="en-US" altLang="zh-CN" dirty="0"/>
              <a:t>&lt;noun&gt;</a:t>
            </a:r>
            <a:endParaRPr lang="zh-CN" altLang="en-US" dirty="0"/>
          </a:p>
        </p:txBody>
      </p:sp>
      <p:cxnSp>
        <p:nvCxnSpPr>
          <p:cNvPr id="26" name="直接连接符 25">
            <a:extLst>
              <a:ext uri="{FF2B5EF4-FFF2-40B4-BE49-F238E27FC236}">
                <a16:creationId xmlns:a16="http://schemas.microsoft.com/office/drawing/2014/main" id="{3465E625-98BF-4CA9-B8CC-EBC54CA94FAA}"/>
              </a:ext>
            </a:extLst>
          </p:cNvPr>
          <p:cNvCxnSpPr>
            <a:cxnSpLocks/>
          </p:cNvCxnSpPr>
          <p:nvPr/>
        </p:nvCxnSpPr>
        <p:spPr>
          <a:xfrm>
            <a:off x="1983126" y="4898193"/>
            <a:ext cx="0" cy="345221"/>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C029FE6D-60CA-4624-86B2-7D8E92003E5C}"/>
              </a:ext>
            </a:extLst>
          </p:cNvPr>
          <p:cNvCxnSpPr>
            <a:cxnSpLocks/>
          </p:cNvCxnSpPr>
          <p:nvPr/>
        </p:nvCxnSpPr>
        <p:spPr>
          <a:xfrm>
            <a:off x="3171224" y="4883422"/>
            <a:ext cx="0" cy="345221"/>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82E3C62D-2564-4AEC-AC10-58EC27EF9627}"/>
              </a:ext>
            </a:extLst>
          </p:cNvPr>
          <p:cNvCxnSpPr>
            <a:cxnSpLocks/>
          </p:cNvCxnSpPr>
          <p:nvPr/>
        </p:nvCxnSpPr>
        <p:spPr>
          <a:xfrm>
            <a:off x="4681602" y="4883421"/>
            <a:ext cx="0" cy="345221"/>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02A38574-7FF9-4F94-B021-962E8EBA39BB}"/>
              </a:ext>
            </a:extLst>
          </p:cNvPr>
          <p:cNvCxnSpPr>
            <a:cxnSpLocks/>
          </p:cNvCxnSpPr>
          <p:nvPr/>
        </p:nvCxnSpPr>
        <p:spPr>
          <a:xfrm>
            <a:off x="6064058" y="4877981"/>
            <a:ext cx="0" cy="345221"/>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2ECB33C9-D28A-446B-ADCE-4950835E23FF}"/>
              </a:ext>
            </a:extLst>
          </p:cNvPr>
          <p:cNvCxnSpPr>
            <a:cxnSpLocks/>
          </p:cNvCxnSpPr>
          <p:nvPr/>
        </p:nvCxnSpPr>
        <p:spPr>
          <a:xfrm>
            <a:off x="7165319" y="4877980"/>
            <a:ext cx="0" cy="345221"/>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31" name="文本框 30">
            <a:extLst>
              <a:ext uri="{FF2B5EF4-FFF2-40B4-BE49-F238E27FC236}">
                <a16:creationId xmlns:a16="http://schemas.microsoft.com/office/drawing/2014/main" id="{66F9A326-2622-49FE-B5E9-3289601DDADC}"/>
              </a:ext>
            </a:extLst>
          </p:cNvPr>
          <p:cNvSpPr txBox="1"/>
          <p:nvPr/>
        </p:nvSpPr>
        <p:spPr>
          <a:xfrm>
            <a:off x="1772591" y="5166572"/>
            <a:ext cx="471604" cy="369332"/>
          </a:xfrm>
          <a:prstGeom prst="rect">
            <a:avLst/>
          </a:prstGeom>
          <a:noFill/>
        </p:spPr>
        <p:txBody>
          <a:bodyPr wrap="none" rtlCol="0">
            <a:spAutoFit/>
          </a:bodyPr>
          <a:lstStyle/>
          <a:p>
            <a:r>
              <a:rPr lang="en-US" altLang="zh-CN" dirty="0">
                <a:solidFill>
                  <a:srgbClr val="0070C0"/>
                </a:solidFill>
              </a:rPr>
              <a:t>He</a:t>
            </a:r>
            <a:endParaRPr lang="zh-CN" altLang="en-US" dirty="0">
              <a:solidFill>
                <a:srgbClr val="0070C0"/>
              </a:solidFill>
            </a:endParaRPr>
          </a:p>
        </p:txBody>
      </p:sp>
      <p:sp>
        <p:nvSpPr>
          <p:cNvPr id="32" name="文本框 31">
            <a:extLst>
              <a:ext uri="{FF2B5EF4-FFF2-40B4-BE49-F238E27FC236}">
                <a16:creationId xmlns:a16="http://schemas.microsoft.com/office/drawing/2014/main" id="{F4BA45D3-932F-410D-804E-F505D225A465}"/>
              </a:ext>
            </a:extLst>
          </p:cNvPr>
          <p:cNvSpPr txBox="1"/>
          <p:nvPr/>
        </p:nvSpPr>
        <p:spPr>
          <a:xfrm>
            <a:off x="2941860" y="5163985"/>
            <a:ext cx="716863" cy="369332"/>
          </a:xfrm>
          <a:prstGeom prst="rect">
            <a:avLst/>
          </a:prstGeom>
          <a:noFill/>
        </p:spPr>
        <p:txBody>
          <a:bodyPr wrap="none" rtlCol="0">
            <a:spAutoFit/>
          </a:bodyPr>
          <a:lstStyle/>
          <a:p>
            <a:r>
              <a:rPr lang="en-US" altLang="zh-CN" dirty="0">
                <a:solidFill>
                  <a:srgbClr val="0070C0"/>
                </a:solidFill>
              </a:rPr>
              <a:t>gives</a:t>
            </a:r>
            <a:endParaRPr lang="zh-CN" altLang="en-US" dirty="0">
              <a:solidFill>
                <a:srgbClr val="0070C0"/>
              </a:solidFill>
            </a:endParaRPr>
          </a:p>
        </p:txBody>
      </p:sp>
      <p:sp>
        <p:nvSpPr>
          <p:cNvPr id="33" name="文本框 32">
            <a:extLst>
              <a:ext uri="{FF2B5EF4-FFF2-40B4-BE49-F238E27FC236}">
                <a16:creationId xmlns:a16="http://schemas.microsoft.com/office/drawing/2014/main" id="{0B2FCF66-7425-4531-B69F-1B10E48B3F91}"/>
              </a:ext>
            </a:extLst>
          </p:cNvPr>
          <p:cNvSpPr txBox="1"/>
          <p:nvPr/>
        </p:nvSpPr>
        <p:spPr>
          <a:xfrm>
            <a:off x="4392608" y="5156865"/>
            <a:ext cx="506870" cy="369332"/>
          </a:xfrm>
          <a:prstGeom prst="rect">
            <a:avLst/>
          </a:prstGeom>
          <a:noFill/>
        </p:spPr>
        <p:txBody>
          <a:bodyPr wrap="none" rtlCol="0">
            <a:spAutoFit/>
          </a:bodyPr>
          <a:lstStyle/>
          <a:p>
            <a:r>
              <a:rPr lang="en-US" altLang="zh-CN" dirty="0">
                <a:solidFill>
                  <a:srgbClr val="0070C0"/>
                </a:solidFill>
              </a:rPr>
              <a:t>me</a:t>
            </a:r>
            <a:endParaRPr lang="zh-CN" altLang="en-US" dirty="0">
              <a:solidFill>
                <a:srgbClr val="0070C0"/>
              </a:solidFill>
            </a:endParaRPr>
          </a:p>
        </p:txBody>
      </p:sp>
      <p:sp>
        <p:nvSpPr>
          <p:cNvPr id="34" name="文本框 33">
            <a:extLst>
              <a:ext uri="{FF2B5EF4-FFF2-40B4-BE49-F238E27FC236}">
                <a16:creationId xmlns:a16="http://schemas.microsoft.com/office/drawing/2014/main" id="{5FEDC8DF-AC35-4298-84A8-A71CFB787587}"/>
              </a:ext>
            </a:extLst>
          </p:cNvPr>
          <p:cNvSpPr txBox="1"/>
          <p:nvPr/>
        </p:nvSpPr>
        <p:spPr>
          <a:xfrm>
            <a:off x="5906002" y="5156865"/>
            <a:ext cx="316112" cy="369332"/>
          </a:xfrm>
          <a:prstGeom prst="rect">
            <a:avLst/>
          </a:prstGeom>
          <a:noFill/>
        </p:spPr>
        <p:txBody>
          <a:bodyPr wrap="none" rtlCol="0">
            <a:spAutoFit/>
          </a:bodyPr>
          <a:lstStyle/>
          <a:p>
            <a:r>
              <a:rPr lang="en-US" altLang="zh-CN" dirty="0">
                <a:solidFill>
                  <a:srgbClr val="0070C0"/>
                </a:solidFill>
              </a:rPr>
              <a:t>a</a:t>
            </a:r>
            <a:endParaRPr lang="zh-CN" altLang="en-US" dirty="0">
              <a:solidFill>
                <a:srgbClr val="0070C0"/>
              </a:solidFill>
            </a:endParaRPr>
          </a:p>
        </p:txBody>
      </p:sp>
      <p:sp>
        <p:nvSpPr>
          <p:cNvPr id="35" name="文本框 34">
            <a:extLst>
              <a:ext uri="{FF2B5EF4-FFF2-40B4-BE49-F238E27FC236}">
                <a16:creationId xmlns:a16="http://schemas.microsoft.com/office/drawing/2014/main" id="{70F5384C-DF7D-449F-8C12-3F5734F17082}"/>
              </a:ext>
            </a:extLst>
          </p:cNvPr>
          <p:cNvSpPr txBox="1"/>
          <p:nvPr/>
        </p:nvSpPr>
        <p:spPr>
          <a:xfrm>
            <a:off x="6880777" y="5163985"/>
            <a:ext cx="710451" cy="369332"/>
          </a:xfrm>
          <a:prstGeom prst="rect">
            <a:avLst/>
          </a:prstGeom>
          <a:noFill/>
        </p:spPr>
        <p:txBody>
          <a:bodyPr wrap="none" rtlCol="0">
            <a:spAutoFit/>
          </a:bodyPr>
          <a:lstStyle/>
          <a:p>
            <a:r>
              <a:rPr lang="en-US" altLang="zh-CN" dirty="0">
                <a:solidFill>
                  <a:srgbClr val="0070C0"/>
                </a:solidFill>
              </a:rPr>
              <a:t>book</a:t>
            </a:r>
            <a:endParaRPr lang="zh-CN" altLang="en-US" dirty="0">
              <a:solidFill>
                <a:srgbClr val="0070C0"/>
              </a:solidFill>
            </a:endParaRPr>
          </a:p>
        </p:txBody>
      </p:sp>
      <p:sp>
        <p:nvSpPr>
          <p:cNvPr id="36" name="矩形 35">
            <a:extLst>
              <a:ext uri="{FF2B5EF4-FFF2-40B4-BE49-F238E27FC236}">
                <a16:creationId xmlns:a16="http://schemas.microsoft.com/office/drawing/2014/main" id="{71D3CF8D-6B92-4806-9CC4-C5490E939448}"/>
              </a:ext>
            </a:extLst>
          </p:cNvPr>
          <p:cNvSpPr/>
          <p:nvPr/>
        </p:nvSpPr>
        <p:spPr>
          <a:xfrm>
            <a:off x="763926" y="5674582"/>
            <a:ext cx="7485511" cy="369332"/>
          </a:xfrm>
          <a:prstGeom prst="rect">
            <a:avLst/>
          </a:prstGeom>
        </p:spPr>
        <p:txBody>
          <a:bodyPr wrap="square">
            <a:spAutoFit/>
          </a:bodyPr>
          <a:lstStyle/>
          <a:p>
            <a:r>
              <a:rPr lang="en-US" altLang="zh-CN" dirty="0">
                <a:solidFill>
                  <a:srgbClr val="FF0000"/>
                </a:solidFill>
              </a:rPr>
              <a:t>How do you write a program to check the correctness of a sentence?</a:t>
            </a:r>
          </a:p>
        </p:txBody>
      </p:sp>
    </p:spTree>
    <p:extLst>
      <p:ext uri="{BB962C8B-B14F-4D97-AF65-F5344CB8AC3E}">
        <p14:creationId xmlns:p14="http://schemas.microsoft.com/office/powerpoint/2010/main" val="14826293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2.1 Some Concepts</a:t>
            </a:r>
            <a:endParaRPr lang="zh-CN" altLang="en-US" dirty="0"/>
          </a:p>
        </p:txBody>
      </p:sp>
      <p:sp>
        <p:nvSpPr>
          <p:cNvPr id="3" name="内容占位符 2"/>
          <p:cNvSpPr>
            <a:spLocks noGrp="1"/>
          </p:cNvSpPr>
          <p:nvPr>
            <p:ph idx="1"/>
          </p:nvPr>
        </p:nvSpPr>
        <p:spPr>
          <a:xfrm>
            <a:off x="828675" y="1600199"/>
            <a:ext cx="7486650" cy="5185065"/>
          </a:xfrm>
        </p:spPr>
        <p:txBody>
          <a:bodyPr>
            <a:normAutofit lnSpcReduction="10000"/>
          </a:bodyPr>
          <a:lstStyle/>
          <a:p>
            <a:pPr>
              <a:lnSpc>
                <a:spcPct val="100000"/>
              </a:lnSpc>
            </a:pPr>
            <a:r>
              <a:rPr lang="en-US" altLang="zh-CN" sz="2000" dirty="0"/>
              <a:t>Let      be an </a:t>
            </a:r>
            <a:r>
              <a:rPr lang="en-US" altLang="zh-CN" sz="2000" i="1" dirty="0"/>
              <a:t>alphabet</a:t>
            </a:r>
            <a:r>
              <a:rPr lang="zh-CN" altLang="en-US" sz="2000" i="1" dirty="0"/>
              <a:t>，</a:t>
            </a:r>
            <a:r>
              <a:rPr lang="en-US" altLang="zh-CN" sz="2000" dirty="0"/>
              <a:t>where each element is called a </a:t>
            </a:r>
            <a:r>
              <a:rPr lang="en-US" altLang="zh-CN" sz="2000" i="1" dirty="0">
                <a:solidFill>
                  <a:srgbClr val="FF0000"/>
                </a:solidFill>
              </a:rPr>
              <a:t>symbol</a:t>
            </a:r>
            <a:r>
              <a:rPr lang="en-US" altLang="zh-CN" sz="2000" dirty="0"/>
              <a:t>. A </a:t>
            </a:r>
            <a:r>
              <a:rPr lang="en-US" altLang="zh-CN" sz="2000" i="1" dirty="0">
                <a:solidFill>
                  <a:srgbClr val="FF0000"/>
                </a:solidFill>
              </a:rPr>
              <a:t>string</a:t>
            </a:r>
            <a:r>
              <a:rPr lang="en-US" altLang="zh-CN" sz="2000" dirty="0"/>
              <a:t> on      is a finite sequence which is composed of symbols in     . The string that contains NO symbol is called an </a:t>
            </a:r>
            <a:r>
              <a:rPr lang="el-GR" altLang="zh-CN" sz="2000" i="1" dirty="0">
                <a:solidFill>
                  <a:srgbClr val="FF0000"/>
                </a:solidFill>
              </a:rPr>
              <a:t>ε</a:t>
            </a:r>
            <a:r>
              <a:rPr lang="en-US" altLang="zh-CN" sz="2000" i="1" dirty="0"/>
              <a:t>-string (or  </a:t>
            </a:r>
            <a:r>
              <a:rPr lang="el-GR" altLang="zh-CN" sz="2000" i="1" dirty="0">
                <a:solidFill>
                  <a:srgbClr val="FF0000"/>
                </a:solidFill>
              </a:rPr>
              <a:t>ε</a:t>
            </a:r>
            <a:r>
              <a:rPr lang="en-US" altLang="zh-CN" sz="2000" i="1" dirty="0"/>
              <a:t>). </a:t>
            </a:r>
          </a:p>
          <a:p>
            <a:pPr>
              <a:lnSpc>
                <a:spcPct val="100000"/>
              </a:lnSpc>
            </a:pPr>
            <a:r>
              <a:rPr lang="en-US" altLang="zh-CN" sz="2000" dirty="0"/>
              <a:t>Let        be the full set of all strings on     , including </a:t>
            </a:r>
            <a:r>
              <a:rPr lang="el-GR" altLang="zh-CN" sz="2000" i="1" dirty="0">
                <a:solidFill>
                  <a:srgbClr val="FF0000"/>
                </a:solidFill>
              </a:rPr>
              <a:t>ε</a:t>
            </a:r>
            <a:r>
              <a:rPr lang="en-US" altLang="zh-CN" sz="2000" i="1" dirty="0"/>
              <a:t> .</a:t>
            </a:r>
            <a:endParaRPr lang="en-US" altLang="zh-CN" sz="1700" dirty="0"/>
          </a:p>
          <a:p>
            <a:pPr>
              <a:lnSpc>
                <a:spcPct val="100000"/>
              </a:lnSpc>
            </a:pPr>
            <a:r>
              <a:rPr lang="en-US" altLang="zh-CN" sz="2000" dirty="0"/>
              <a:t>Let </a:t>
            </a:r>
            <a:r>
              <a:rPr lang="el-GR" altLang="zh-CN" sz="2000" i="1" dirty="0"/>
              <a:t>φ</a:t>
            </a:r>
            <a:r>
              <a:rPr lang="en-US" altLang="zh-CN" sz="2000" dirty="0"/>
              <a:t> be an </a:t>
            </a:r>
            <a:r>
              <a:rPr lang="en-US" altLang="zh-CN" sz="2000" i="1" dirty="0">
                <a:solidFill>
                  <a:srgbClr val="FF0000"/>
                </a:solidFill>
              </a:rPr>
              <a:t>empty set </a:t>
            </a:r>
            <a:r>
              <a:rPr lang="en-US" altLang="zh-CN" sz="2000" dirty="0"/>
              <a:t>{}.</a:t>
            </a:r>
          </a:p>
          <a:p>
            <a:endParaRPr lang="en-US" altLang="zh-CN" dirty="0"/>
          </a:p>
          <a:p>
            <a:r>
              <a:rPr lang="en-US" altLang="zh-CN" sz="2000" dirty="0"/>
              <a:t>Concatenation of U and V is defined as </a:t>
            </a:r>
          </a:p>
          <a:p>
            <a:endParaRPr lang="en-US" altLang="zh-CN" dirty="0"/>
          </a:p>
          <a:p>
            <a:r>
              <a:rPr lang="en-US" altLang="zh-CN" sz="2000" dirty="0"/>
              <a:t>Self-concatenation:                             , </a:t>
            </a:r>
          </a:p>
          <a:p>
            <a:endParaRPr lang="en-US" altLang="zh-CN" sz="2000" dirty="0"/>
          </a:p>
          <a:p>
            <a:r>
              <a:rPr lang="en-US" altLang="zh-CN" sz="2000" dirty="0"/>
              <a:t>The </a:t>
            </a:r>
            <a:r>
              <a:rPr lang="en-US" altLang="zh-CN" sz="2000" i="1" dirty="0"/>
              <a:t>closure</a:t>
            </a:r>
            <a:r>
              <a:rPr lang="en-US" altLang="zh-CN" sz="2000" dirty="0"/>
              <a:t> of V is denoted by</a:t>
            </a:r>
          </a:p>
          <a:p>
            <a:r>
              <a:rPr lang="en-US" altLang="zh-CN" sz="2000" dirty="0"/>
              <a:t> The regular closure: </a:t>
            </a:r>
            <a:endParaRPr lang="zh-CN" altLang="en-US" sz="2000" dirty="0"/>
          </a:p>
        </p:txBody>
      </p:sp>
      <p:graphicFrame>
        <p:nvGraphicFramePr>
          <p:cNvPr id="5" name="对象 4"/>
          <p:cNvGraphicFramePr>
            <a:graphicFrameLocks noChangeAspect="1"/>
          </p:cNvGraphicFramePr>
          <p:nvPr>
            <p:extLst>
              <p:ext uri="{D42A27DB-BD31-4B8C-83A1-F6EECF244321}">
                <p14:modId xmlns:p14="http://schemas.microsoft.com/office/powerpoint/2010/main" val="1073615877"/>
              </p:ext>
            </p:extLst>
          </p:nvPr>
        </p:nvGraphicFramePr>
        <p:xfrm>
          <a:off x="1424774" y="1550299"/>
          <a:ext cx="400050" cy="436418"/>
        </p:xfrm>
        <a:graphic>
          <a:graphicData uri="http://schemas.openxmlformats.org/presentationml/2006/ole">
            <mc:AlternateContent xmlns:mc="http://schemas.openxmlformats.org/markup-compatibility/2006">
              <mc:Choice xmlns:v="urn:schemas-microsoft-com:vml" Requires="v">
                <p:oleObj spid="_x0000_s2752" name="Equation" r:id="rId3" imgW="139680" imgH="152280" progId="Equation.DSMT4">
                  <p:embed/>
                </p:oleObj>
              </mc:Choice>
              <mc:Fallback>
                <p:oleObj name="Equation" r:id="rId3" imgW="139680" imgH="152280" progId="Equation.DSMT4">
                  <p:embed/>
                  <p:pic>
                    <p:nvPicPr>
                      <p:cNvPr id="0" name=""/>
                      <p:cNvPicPr/>
                      <p:nvPr/>
                    </p:nvPicPr>
                    <p:blipFill>
                      <a:blip r:embed="rId4"/>
                      <a:stretch>
                        <a:fillRect/>
                      </a:stretch>
                    </p:blipFill>
                    <p:spPr>
                      <a:xfrm>
                        <a:off x="1424774" y="1550299"/>
                        <a:ext cx="400050" cy="436418"/>
                      </a:xfrm>
                      <a:prstGeom prst="rect">
                        <a:avLst/>
                      </a:prstGeom>
                    </p:spPr>
                  </p:pic>
                </p:oleObj>
              </mc:Fallback>
            </mc:AlternateContent>
          </a:graphicData>
        </a:graphic>
      </p:graphicFrame>
      <p:graphicFrame>
        <p:nvGraphicFramePr>
          <p:cNvPr id="15" name="对象 14"/>
          <p:cNvGraphicFramePr>
            <a:graphicFrameLocks noChangeAspect="1"/>
          </p:cNvGraphicFramePr>
          <p:nvPr>
            <p:extLst>
              <p:ext uri="{D42A27DB-BD31-4B8C-83A1-F6EECF244321}">
                <p14:modId xmlns:p14="http://schemas.microsoft.com/office/powerpoint/2010/main" val="3708435331"/>
              </p:ext>
            </p:extLst>
          </p:nvPr>
        </p:nvGraphicFramePr>
        <p:xfrm>
          <a:off x="3414890" y="1851422"/>
          <a:ext cx="400050" cy="436418"/>
        </p:xfrm>
        <a:graphic>
          <a:graphicData uri="http://schemas.openxmlformats.org/presentationml/2006/ole">
            <mc:AlternateContent xmlns:mc="http://schemas.openxmlformats.org/markup-compatibility/2006">
              <mc:Choice xmlns:v="urn:schemas-microsoft-com:vml" Requires="v">
                <p:oleObj spid="_x0000_s2753" name="Equation" r:id="rId5" imgW="139680" imgH="152280" progId="Equation.DSMT4">
                  <p:embed/>
                </p:oleObj>
              </mc:Choice>
              <mc:Fallback>
                <p:oleObj name="Equation" r:id="rId5" imgW="139680" imgH="152280" progId="Equation.DSMT4">
                  <p:embed/>
                  <p:pic>
                    <p:nvPicPr>
                      <p:cNvPr id="0" name=""/>
                      <p:cNvPicPr/>
                      <p:nvPr/>
                    </p:nvPicPr>
                    <p:blipFill>
                      <a:blip r:embed="rId6"/>
                      <a:stretch>
                        <a:fillRect/>
                      </a:stretch>
                    </p:blipFill>
                    <p:spPr>
                      <a:xfrm>
                        <a:off x="3414890" y="1851422"/>
                        <a:ext cx="400050" cy="436418"/>
                      </a:xfrm>
                      <a:prstGeom prst="rect">
                        <a:avLst/>
                      </a:prstGeom>
                    </p:spPr>
                  </p:pic>
                </p:oleObj>
              </mc:Fallback>
            </mc:AlternateContent>
          </a:graphicData>
        </a:graphic>
      </p:graphicFrame>
      <p:graphicFrame>
        <p:nvGraphicFramePr>
          <p:cNvPr id="20" name="对象 19"/>
          <p:cNvGraphicFramePr>
            <a:graphicFrameLocks noChangeAspect="1"/>
          </p:cNvGraphicFramePr>
          <p:nvPr>
            <p:extLst>
              <p:ext uri="{D42A27DB-BD31-4B8C-83A1-F6EECF244321}">
                <p14:modId xmlns:p14="http://schemas.microsoft.com/office/powerpoint/2010/main" val="1136498054"/>
              </p:ext>
            </p:extLst>
          </p:nvPr>
        </p:nvGraphicFramePr>
        <p:xfrm>
          <a:off x="3935044" y="2128791"/>
          <a:ext cx="400050" cy="426800"/>
        </p:xfrm>
        <a:graphic>
          <a:graphicData uri="http://schemas.openxmlformats.org/presentationml/2006/ole">
            <mc:AlternateContent xmlns:mc="http://schemas.openxmlformats.org/markup-compatibility/2006">
              <mc:Choice xmlns:v="urn:schemas-microsoft-com:vml" Requires="v">
                <p:oleObj spid="_x0000_s2754" name="Equation" r:id="rId7" imgW="139680" imgH="152280" progId="Equation.DSMT4">
                  <p:embed/>
                </p:oleObj>
              </mc:Choice>
              <mc:Fallback>
                <p:oleObj name="Equation" r:id="rId7" imgW="139680" imgH="152280" progId="Equation.DSMT4">
                  <p:embed/>
                  <p:pic>
                    <p:nvPicPr>
                      <p:cNvPr id="0" name=""/>
                      <p:cNvPicPr/>
                      <p:nvPr/>
                    </p:nvPicPr>
                    <p:blipFill>
                      <a:blip r:embed="rId6"/>
                      <a:stretch>
                        <a:fillRect/>
                      </a:stretch>
                    </p:blipFill>
                    <p:spPr>
                      <a:xfrm>
                        <a:off x="3935044" y="2128791"/>
                        <a:ext cx="400050" cy="426800"/>
                      </a:xfrm>
                      <a:prstGeom prst="rect">
                        <a:avLst/>
                      </a:prstGeom>
                    </p:spPr>
                  </p:pic>
                </p:oleObj>
              </mc:Fallback>
            </mc:AlternateContent>
          </a:graphicData>
        </a:graphic>
      </p:graphicFrame>
      <p:graphicFrame>
        <p:nvGraphicFramePr>
          <p:cNvPr id="21" name="对象 20"/>
          <p:cNvGraphicFramePr>
            <a:graphicFrameLocks noChangeAspect="1"/>
          </p:cNvGraphicFramePr>
          <p:nvPr>
            <p:extLst>
              <p:ext uri="{D42A27DB-BD31-4B8C-83A1-F6EECF244321}">
                <p14:modId xmlns:p14="http://schemas.microsoft.com/office/powerpoint/2010/main" val="1714729011"/>
              </p:ext>
            </p:extLst>
          </p:nvPr>
        </p:nvGraphicFramePr>
        <p:xfrm>
          <a:off x="1334287" y="2809652"/>
          <a:ext cx="581025" cy="473075"/>
        </p:xfrm>
        <a:graphic>
          <a:graphicData uri="http://schemas.openxmlformats.org/presentationml/2006/ole">
            <mc:AlternateContent xmlns:mc="http://schemas.openxmlformats.org/markup-compatibility/2006">
              <mc:Choice xmlns:v="urn:schemas-microsoft-com:vml" Requires="v">
                <p:oleObj spid="_x0000_s2755" name="Equation" r:id="rId8" imgW="203040" imgH="164880" progId="Equation.DSMT4">
                  <p:embed/>
                </p:oleObj>
              </mc:Choice>
              <mc:Fallback>
                <p:oleObj name="Equation" r:id="rId8" imgW="203040" imgH="164880" progId="Equation.DSMT4">
                  <p:embed/>
                  <p:pic>
                    <p:nvPicPr>
                      <p:cNvPr id="0" name=""/>
                      <p:cNvPicPr/>
                      <p:nvPr/>
                    </p:nvPicPr>
                    <p:blipFill>
                      <a:blip r:embed="rId9"/>
                      <a:stretch>
                        <a:fillRect/>
                      </a:stretch>
                    </p:blipFill>
                    <p:spPr>
                      <a:xfrm>
                        <a:off x="1334287" y="2809652"/>
                        <a:ext cx="581025" cy="473075"/>
                      </a:xfrm>
                      <a:prstGeom prst="rect">
                        <a:avLst/>
                      </a:prstGeom>
                    </p:spPr>
                  </p:pic>
                </p:oleObj>
              </mc:Fallback>
            </mc:AlternateContent>
          </a:graphicData>
        </a:graphic>
      </p:graphicFrame>
      <p:graphicFrame>
        <p:nvGraphicFramePr>
          <p:cNvPr id="22" name="对象 21"/>
          <p:cNvGraphicFramePr>
            <a:graphicFrameLocks noChangeAspect="1"/>
          </p:cNvGraphicFramePr>
          <p:nvPr>
            <p:extLst>
              <p:ext uri="{D42A27DB-BD31-4B8C-83A1-F6EECF244321}">
                <p14:modId xmlns:p14="http://schemas.microsoft.com/office/powerpoint/2010/main" val="4129095481"/>
              </p:ext>
            </p:extLst>
          </p:nvPr>
        </p:nvGraphicFramePr>
        <p:xfrm>
          <a:off x="5587273" y="2846309"/>
          <a:ext cx="400050" cy="436418"/>
        </p:xfrm>
        <a:graphic>
          <a:graphicData uri="http://schemas.openxmlformats.org/presentationml/2006/ole">
            <mc:AlternateContent xmlns:mc="http://schemas.openxmlformats.org/markup-compatibility/2006">
              <mc:Choice xmlns:v="urn:schemas-microsoft-com:vml" Requires="v">
                <p:oleObj spid="_x0000_s2756" name="Equation" r:id="rId10" imgW="139680" imgH="152280" progId="Equation.DSMT4">
                  <p:embed/>
                </p:oleObj>
              </mc:Choice>
              <mc:Fallback>
                <p:oleObj name="Equation" r:id="rId10" imgW="139680" imgH="152280" progId="Equation.DSMT4">
                  <p:embed/>
                  <p:pic>
                    <p:nvPicPr>
                      <p:cNvPr id="0" name=""/>
                      <p:cNvPicPr/>
                      <p:nvPr/>
                    </p:nvPicPr>
                    <p:blipFill>
                      <a:blip r:embed="rId11"/>
                      <a:stretch>
                        <a:fillRect/>
                      </a:stretch>
                    </p:blipFill>
                    <p:spPr>
                      <a:xfrm>
                        <a:off x="5587273" y="2846309"/>
                        <a:ext cx="400050" cy="436418"/>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80353585"/>
              </p:ext>
            </p:extLst>
          </p:nvPr>
        </p:nvGraphicFramePr>
        <p:xfrm>
          <a:off x="2668705" y="4488511"/>
          <a:ext cx="3642119" cy="441469"/>
        </p:xfrm>
        <a:graphic>
          <a:graphicData uri="http://schemas.openxmlformats.org/presentationml/2006/ole">
            <mc:AlternateContent xmlns:mc="http://schemas.openxmlformats.org/markup-compatibility/2006">
              <mc:Choice xmlns:v="urn:schemas-microsoft-com:vml" Requires="v">
                <p:oleObj spid="_x0000_s2757" name="Equation" r:id="rId12" imgW="1676160" imgH="203040" progId="Equation.DSMT4">
                  <p:embed/>
                </p:oleObj>
              </mc:Choice>
              <mc:Fallback>
                <p:oleObj name="Equation" r:id="rId12" imgW="1676160" imgH="203040" progId="Equation.DSMT4">
                  <p:embed/>
                  <p:pic>
                    <p:nvPicPr>
                      <p:cNvPr id="0" name=""/>
                      <p:cNvPicPr/>
                      <p:nvPr/>
                    </p:nvPicPr>
                    <p:blipFill>
                      <a:blip r:embed="rId13"/>
                      <a:stretch>
                        <a:fillRect/>
                      </a:stretch>
                    </p:blipFill>
                    <p:spPr>
                      <a:xfrm>
                        <a:off x="2668705" y="4488511"/>
                        <a:ext cx="3642119" cy="441469"/>
                      </a:xfrm>
                      <a:prstGeom prst="rect">
                        <a:avLst/>
                      </a:prstGeom>
                    </p:spPr>
                  </p:pic>
                </p:oleObj>
              </mc:Fallback>
            </mc:AlternateContent>
          </a:graphicData>
        </a:graphic>
      </p:graphicFrame>
      <p:graphicFrame>
        <p:nvGraphicFramePr>
          <p:cNvPr id="23" name="对象 22"/>
          <p:cNvGraphicFramePr>
            <a:graphicFrameLocks noChangeAspect="1"/>
          </p:cNvGraphicFramePr>
          <p:nvPr>
            <p:extLst>
              <p:ext uri="{D42A27DB-BD31-4B8C-83A1-F6EECF244321}">
                <p14:modId xmlns:p14="http://schemas.microsoft.com/office/powerpoint/2010/main" val="1990406844"/>
              </p:ext>
            </p:extLst>
          </p:nvPr>
        </p:nvGraphicFramePr>
        <p:xfrm>
          <a:off x="3547402" y="4911586"/>
          <a:ext cx="1849438" cy="854075"/>
        </p:xfrm>
        <a:graphic>
          <a:graphicData uri="http://schemas.openxmlformats.org/presentationml/2006/ole">
            <mc:AlternateContent xmlns:mc="http://schemas.openxmlformats.org/markup-compatibility/2006">
              <mc:Choice xmlns:v="urn:schemas-microsoft-com:vml" Requires="v">
                <p:oleObj spid="_x0000_s2758" name="Equation" r:id="rId14" imgW="850680" imgH="393480" progId="Equation.DSMT4">
                  <p:embed/>
                </p:oleObj>
              </mc:Choice>
              <mc:Fallback>
                <p:oleObj name="Equation" r:id="rId14" imgW="850680" imgH="393480" progId="Equation.DSMT4">
                  <p:embed/>
                  <p:pic>
                    <p:nvPicPr>
                      <p:cNvPr id="0" name=""/>
                      <p:cNvPicPr/>
                      <p:nvPr/>
                    </p:nvPicPr>
                    <p:blipFill>
                      <a:blip r:embed="rId15"/>
                      <a:stretch>
                        <a:fillRect/>
                      </a:stretch>
                    </p:blipFill>
                    <p:spPr>
                      <a:xfrm>
                        <a:off x="3547402" y="4911586"/>
                        <a:ext cx="1849438" cy="854075"/>
                      </a:xfrm>
                      <a:prstGeom prst="rect">
                        <a:avLst/>
                      </a:prstGeom>
                    </p:spPr>
                  </p:pic>
                </p:oleObj>
              </mc:Fallback>
            </mc:AlternateContent>
          </a:graphicData>
        </a:graphic>
      </p:graphicFrame>
      <p:graphicFrame>
        <p:nvGraphicFramePr>
          <p:cNvPr id="24" name="对象 23"/>
          <p:cNvGraphicFramePr>
            <a:graphicFrameLocks noChangeAspect="1"/>
          </p:cNvGraphicFramePr>
          <p:nvPr>
            <p:extLst>
              <p:ext uri="{D42A27DB-BD31-4B8C-83A1-F6EECF244321}">
                <p14:modId xmlns:p14="http://schemas.microsoft.com/office/powerpoint/2010/main" val="2045828117"/>
              </p:ext>
            </p:extLst>
          </p:nvPr>
        </p:nvGraphicFramePr>
        <p:xfrm>
          <a:off x="5787298" y="4922910"/>
          <a:ext cx="1212850" cy="496887"/>
        </p:xfrm>
        <a:graphic>
          <a:graphicData uri="http://schemas.openxmlformats.org/presentationml/2006/ole">
            <mc:AlternateContent xmlns:mc="http://schemas.openxmlformats.org/markup-compatibility/2006">
              <mc:Choice xmlns:v="urn:schemas-microsoft-com:vml" Requires="v">
                <p:oleObj spid="_x0000_s2759" name="Equation" r:id="rId16" imgW="558720" imgH="228600" progId="Equation.DSMT4">
                  <p:embed/>
                </p:oleObj>
              </mc:Choice>
              <mc:Fallback>
                <p:oleObj name="Equation" r:id="rId16" imgW="558720" imgH="228600" progId="Equation.DSMT4">
                  <p:embed/>
                  <p:pic>
                    <p:nvPicPr>
                      <p:cNvPr id="0" name=""/>
                      <p:cNvPicPr/>
                      <p:nvPr/>
                    </p:nvPicPr>
                    <p:blipFill>
                      <a:blip r:embed="rId17"/>
                      <a:stretch>
                        <a:fillRect/>
                      </a:stretch>
                    </p:blipFill>
                    <p:spPr>
                      <a:xfrm>
                        <a:off x="5787298" y="4922910"/>
                        <a:ext cx="1212850" cy="496887"/>
                      </a:xfrm>
                      <a:prstGeom prst="rect">
                        <a:avLst/>
                      </a:prstGeom>
                    </p:spPr>
                  </p:pic>
                </p:oleObj>
              </mc:Fallback>
            </mc:AlternateContent>
          </a:graphicData>
        </a:graphic>
      </p:graphicFrame>
      <p:graphicFrame>
        <p:nvGraphicFramePr>
          <p:cNvPr id="25" name="对象 24"/>
          <p:cNvGraphicFramePr>
            <a:graphicFrameLocks noChangeAspect="1"/>
          </p:cNvGraphicFramePr>
          <p:nvPr>
            <p:extLst>
              <p:ext uri="{D42A27DB-BD31-4B8C-83A1-F6EECF244321}">
                <p14:modId xmlns:p14="http://schemas.microsoft.com/office/powerpoint/2010/main" val="968229878"/>
              </p:ext>
            </p:extLst>
          </p:nvPr>
        </p:nvGraphicFramePr>
        <p:xfrm>
          <a:off x="4951379" y="5661205"/>
          <a:ext cx="3559175" cy="441325"/>
        </p:xfrm>
        <a:graphic>
          <a:graphicData uri="http://schemas.openxmlformats.org/presentationml/2006/ole">
            <mc:AlternateContent xmlns:mc="http://schemas.openxmlformats.org/markup-compatibility/2006">
              <mc:Choice xmlns:v="urn:schemas-microsoft-com:vml" Requires="v">
                <p:oleObj spid="_x0000_s2760" name="Equation" r:id="rId18" imgW="1638000" imgH="203040" progId="Equation.DSMT4">
                  <p:embed/>
                </p:oleObj>
              </mc:Choice>
              <mc:Fallback>
                <p:oleObj name="Equation" r:id="rId18" imgW="1638000" imgH="203040" progId="Equation.DSMT4">
                  <p:embed/>
                  <p:pic>
                    <p:nvPicPr>
                      <p:cNvPr id="0" name=""/>
                      <p:cNvPicPr/>
                      <p:nvPr/>
                    </p:nvPicPr>
                    <p:blipFill>
                      <a:blip r:embed="rId19"/>
                      <a:stretch>
                        <a:fillRect/>
                      </a:stretch>
                    </p:blipFill>
                    <p:spPr>
                      <a:xfrm>
                        <a:off x="4951379" y="5661205"/>
                        <a:ext cx="3559175" cy="441325"/>
                      </a:xfrm>
                      <a:prstGeom prst="rect">
                        <a:avLst/>
                      </a:prstGeom>
                    </p:spPr>
                  </p:pic>
                </p:oleObj>
              </mc:Fallback>
            </mc:AlternateContent>
          </a:graphicData>
        </a:graphic>
      </p:graphicFrame>
      <p:graphicFrame>
        <p:nvGraphicFramePr>
          <p:cNvPr id="26" name="对象 25"/>
          <p:cNvGraphicFramePr>
            <a:graphicFrameLocks noChangeAspect="1"/>
          </p:cNvGraphicFramePr>
          <p:nvPr>
            <p:extLst>
              <p:ext uri="{D42A27DB-BD31-4B8C-83A1-F6EECF244321}">
                <p14:modId xmlns:p14="http://schemas.microsoft.com/office/powerpoint/2010/main" val="137651522"/>
              </p:ext>
            </p:extLst>
          </p:nvPr>
        </p:nvGraphicFramePr>
        <p:xfrm>
          <a:off x="3627404" y="6088242"/>
          <a:ext cx="1323975" cy="441325"/>
        </p:xfrm>
        <a:graphic>
          <a:graphicData uri="http://schemas.openxmlformats.org/presentationml/2006/ole">
            <mc:AlternateContent xmlns:mc="http://schemas.openxmlformats.org/markup-compatibility/2006">
              <mc:Choice xmlns:v="urn:schemas-microsoft-com:vml" Requires="v">
                <p:oleObj spid="_x0000_s2761" name="Equation" r:id="rId20" imgW="609480" imgH="203040" progId="Equation.DSMT4">
                  <p:embed/>
                </p:oleObj>
              </mc:Choice>
              <mc:Fallback>
                <p:oleObj name="Equation" r:id="rId20" imgW="609480" imgH="203040" progId="Equation.DSMT4">
                  <p:embed/>
                  <p:pic>
                    <p:nvPicPr>
                      <p:cNvPr id="0" name=""/>
                      <p:cNvPicPr/>
                      <p:nvPr/>
                    </p:nvPicPr>
                    <p:blipFill>
                      <a:blip r:embed="rId21"/>
                      <a:stretch>
                        <a:fillRect/>
                      </a:stretch>
                    </p:blipFill>
                    <p:spPr>
                      <a:xfrm>
                        <a:off x="3627404" y="6088242"/>
                        <a:ext cx="1323975" cy="441325"/>
                      </a:xfrm>
                      <a:prstGeom prst="rect">
                        <a:avLst/>
                      </a:prstGeom>
                    </p:spPr>
                  </p:pic>
                </p:oleObj>
              </mc:Fallback>
            </mc:AlternateContent>
          </a:graphicData>
        </a:graphic>
      </p:graphicFrame>
    </p:spTree>
    <p:extLst>
      <p:ext uri="{BB962C8B-B14F-4D97-AF65-F5344CB8AC3E}">
        <p14:creationId xmlns:p14="http://schemas.microsoft.com/office/powerpoint/2010/main" val="37519044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2.2 Context-free Grammar</a:t>
            </a:r>
            <a:endParaRPr lang="zh-CN" altLang="en-US" dirty="0"/>
          </a:p>
        </p:txBody>
      </p:sp>
      <p:sp>
        <p:nvSpPr>
          <p:cNvPr id="3" name="内容占位符 2"/>
          <p:cNvSpPr>
            <a:spLocks noGrp="1"/>
          </p:cNvSpPr>
          <p:nvPr>
            <p:ph idx="1"/>
          </p:nvPr>
        </p:nvSpPr>
        <p:spPr/>
        <p:txBody>
          <a:bodyPr>
            <a:normAutofit lnSpcReduction="10000"/>
          </a:bodyPr>
          <a:lstStyle/>
          <a:p>
            <a:r>
              <a:rPr lang="en-US" altLang="zh-CN" sz="2000" dirty="0"/>
              <a:t>A </a:t>
            </a:r>
            <a:r>
              <a:rPr lang="en-US" altLang="zh-CN" sz="2000" i="1" dirty="0">
                <a:solidFill>
                  <a:srgbClr val="FF0000"/>
                </a:solidFill>
              </a:rPr>
              <a:t>grammar</a:t>
            </a:r>
            <a:r>
              <a:rPr lang="en-US" altLang="zh-CN" sz="2000" dirty="0">
                <a:solidFill>
                  <a:srgbClr val="FF0000"/>
                </a:solidFill>
              </a:rPr>
              <a:t> </a:t>
            </a:r>
            <a:r>
              <a:rPr lang="en-US" altLang="zh-CN" sz="2000" dirty="0"/>
              <a:t>is a set of </a:t>
            </a:r>
            <a:r>
              <a:rPr lang="en-US" altLang="zh-CN" sz="2000" i="1" dirty="0">
                <a:solidFill>
                  <a:srgbClr val="FF0000"/>
                </a:solidFill>
              </a:rPr>
              <a:t>formal regulations </a:t>
            </a:r>
            <a:r>
              <a:rPr lang="en-US" altLang="zh-CN" sz="2000" dirty="0"/>
              <a:t>that describes the syntax structures of a language.</a:t>
            </a:r>
          </a:p>
          <a:p>
            <a:r>
              <a:rPr lang="en-US" altLang="zh-CN" sz="2000" dirty="0"/>
              <a:t>A </a:t>
            </a:r>
            <a:r>
              <a:rPr lang="en-US" altLang="zh-CN" sz="2000" i="1" dirty="0">
                <a:solidFill>
                  <a:srgbClr val="FF0000"/>
                </a:solidFill>
              </a:rPr>
              <a:t>context-free </a:t>
            </a:r>
            <a:r>
              <a:rPr lang="en-US" altLang="zh-CN" sz="2000" dirty="0"/>
              <a:t>grammar has four components</a:t>
            </a:r>
          </a:p>
          <a:p>
            <a:pPr lvl="1"/>
            <a:r>
              <a:rPr lang="en-US" altLang="zh-CN" sz="1700" dirty="0"/>
              <a:t>(1) A set of terminal symbols, sometimes referred to as "tokens." The </a:t>
            </a:r>
            <a:r>
              <a:rPr lang="en-US" altLang="zh-CN" sz="1700" b="1" dirty="0">
                <a:solidFill>
                  <a:srgbClr val="7030A0"/>
                </a:solidFill>
              </a:rPr>
              <a:t>terminals</a:t>
            </a:r>
            <a:r>
              <a:rPr lang="en-US" altLang="zh-CN" sz="1700" dirty="0"/>
              <a:t> are the elementary symbols of the language defined by the grammar.</a:t>
            </a:r>
          </a:p>
          <a:p>
            <a:pPr lvl="1"/>
            <a:r>
              <a:rPr lang="en-US" altLang="zh-CN" sz="1700" dirty="0"/>
              <a:t>(2) A set of </a:t>
            </a:r>
            <a:r>
              <a:rPr lang="en-US" altLang="zh-CN" sz="1700" b="1" dirty="0" err="1">
                <a:solidFill>
                  <a:srgbClr val="7030A0"/>
                </a:solidFill>
              </a:rPr>
              <a:t>nonterminals</a:t>
            </a:r>
            <a:r>
              <a:rPr lang="en-US" altLang="zh-CN" sz="1700" dirty="0"/>
              <a:t>, sometimes called "syntactic variables." Each nonterminal represents </a:t>
            </a:r>
            <a:r>
              <a:rPr lang="en-US" altLang="zh-CN" sz="1700" i="1" dirty="0">
                <a:solidFill>
                  <a:srgbClr val="FF0000"/>
                </a:solidFill>
              </a:rPr>
              <a:t>a set of strings of terminals</a:t>
            </a:r>
            <a:r>
              <a:rPr lang="en-US" altLang="zh-CN" sz="1700" dirty="0"/>
              <a:t>.</a:t>
            </a:r>
          </a:p>
          <a:p>
            <a:pPr lvl="1"/>
            <a:r>
              <a:rPr lang="en-US" altLang="zh-CN" sz="1700" dirty="0"/>
              <a:t>(3) A set of productions, where each production consists of a nonterminal, called the </a:t>
            </a:r>
            <a:r>
              <a:rPr lang="en-US" altLang="zh-CN" sz="1700" i="1" dirty="0"/>
              <a:t>head</a:t>
            </a:r>
            <a:r>
              <a:rPr lang="en-US" altLang="zh-CN" sz="1700" dirty="0"/>
              <a:t> or </a:t>
            </a:r>
            <a:r>
              <a:rPr lang="en-US" altLang="zh-CN" sz="1700" i="1" dirty="0"/>
              <a:t>left</a:t>
            </a:r>
            <a:r>
              <a:rPr lang="en-US" altLang="zh-CN" sz="1700" dirty="0"/>
              <a:t> </a:t>
            </a:r>
            <a:r>
              <a:rPr lang="en-US" altLang="zh-CN" sz="1700" i="1" dirty="0"/>
              <a:t>side</a:t>
            </a:r>
            <a:r>
              <a:rPr lang="en-US" altLang="zh-CN" sz="1700" dirty="0"/>
              <a:t> of the production, an arrow, and a sequence of terminals and/or </a:t>
            </a:r>
            <a:r>
              <a:rPr lang="en-US" altLang="zh-CN" sz="1700" dirty="0" err="1"/>
              <a:t>nonterminals</a:t>
            </a:r>
            <a:r>
              <a:rPr lang="en-US" altLang="zh-CN" sz="1700" dirty="0"/>
              <a:t> , called the </a:t>
            </a:r>
            <a:r>
              <a:rPr lang="en-US" altLang="zh-CN" sz="1700" i="1" dirty="0"/>
              <a:t>body</a:t>
            </a:r>
            <a:r>
              <a:rPr lang="en-US" altLang="zh-CN" sz="1700" dirty="0"/>
              <a:t> or </a:t>
            </a:r>
            <a:r>
              <a:rPr lang="en-US" altLang="zh-CN" sz="1700" i="1" dirty="0"/>
              <a:t>right</a:t>
            </a:r>
            <a:r>
              <a:rPr lang="en-US" altLang="zh-CN" sz="1700" dirty="0"/>
              <a:t> side of the production. The intuitive intent of a production is to specify one of the written forms of a construct; if the head nonterminal represents a construct, then the body represents a written form of the construct .</a:t>
            </a:r>
          </a:p>
          <a:p>
            <a:pPr lvl="1"/>
            <a:endParaRPr lang="en-US" altLang="zh-CN" sz="1700" dirty="0"/>
          </a:p>
          <a:p>
            <a:pPr lvl="1"/>
            <a:r>
              <a:rPr lang="en-US" altLang="zh-CN" sz="1700" dirty="0"/>
              <a:t>(4) A designation of one of the </a:t>
            </a:r>
            <a:r>
              <a:rPr lang="en-US" altLang="zh-CN" sz="1700" dirty="0" err="1"/>
              <a:t>nonterminals</a:t>
            </a:r>
            <a:r>
              <a:rPr lang="en-US" altLang="zh-CN" sz="1700" dirty="0"/>
              <a:t> as the </a:t>
            </a:r>
            <a:r>
              <a:rPr lang="en-US" altLang="zh-CN" sz="1700" i="1" dirty="0">
                <a:solidFill>
                  <a:srgbClr val="7030A0"/>
                </a:solidFill>
              </a:rPr>
              <a:t>start</a:t>
            </a:r>
            <a:r>
              <a:rPr lang="en-US" altLang="zh-CN" sz="1700" dirty="0">
                <a:solidFill>
                  <a:srgbClr val="7030A0"/>
                </a:solidFill>
              </a:rPr>
              <a:t> </a:t>
            </a:r>
            <a:r>
              <a:rPr lang="en-US" altLang="zh-CN" sz="1700" dirty="0"/>
              <a:t>symbol</a:t>
            </a:r>
            <a:endParaRPr lang="zh-CN" altLang="en-US" sz="1700" dirty="0"/>
          </a:p>
        </p:txBody>
      </p:sp>
      <p:graphicFrame>
        <p:nvGraphicFramePr>
          <p:cNvPr id="4" name="对象 3"/>
          <p:cNvGraphicFramePr>
            <a:graphicFrameLocks noChangeAspect="1"/>
          </p:cNvGraphicFramePr>
          <p:nvPr>
            <p:extLst>
              <p:ext uri="{D42A27DB-BD31-4B8C-83A1-F6EECF244321}">
                <p14:modId xmlns:p14="http://schemas.microsoft.com/office/powerpoint/2010/main" val="1071593705"/>
              </p:ext>
            </p:extLst>
          </p:nvPr>
        </p:nvGraphicFramePr>
        <p:xfrm>
          <a:off x="1961286" y="5220947"/>
          <a:ext cx="4751242" cy="300235"/>
        </p:xfrm>
        <a:graphic>
          <a:graphicData uri="http://schemas.openxmlformats.org/presentationml/2006/ole">
            <mc:AlternateContent xmlns:mc="http://schemas.openxmlformats.org/markup-compatibility/2006">
              <mc:Choice xmlns:v="urn:schemas-microsoft-com:vml" Requires="v">
                <p:oleObj spid="_x0000_s3131" name="Equation" r:id="rId3" imgW="3022560" imgH="190440" progId="Equation.DSMT4">
                  <p:embed/>
                </p:oleObj>
              </mc:Choice>
              <mc:Fallback>
                <p:oleObj name="Equation" r:id="rId3" imgW="3022560" imgH="190440" progId="Equation.DSMT4">
                  <p:embed/>
                  <p:pic>
                    <p:nvPicPr>
                      <p:cNvPr id="0" name=""/>
                      <p:cNvPicPr/>
                      <p:nvPr/>
                    </p:nvPicPr>
                    <p:blipFill>
                      <a:blip r:embed="rId4"/>
                      <a:stretch>
                        <a:fillRect/>
                      </a:stretch>
                    </p:blipFill>
                    <p:spPr>
                      <a:xfrm>
                        <a:off x="1961286" y="5220947"/>
                        <a:ext cx="4751242" cy="300235"/>
                      </a:xfrm>
                      <a:prstGeom prst="rect">
                        <a:avLst/>
                      </a:prstGeom>
                    </p:spPr>
                  </p:pic>
                </p:oleObj>
              </mc:Fallback>
            </mc:AlternateContent>
          </a:graphicData>
        </a:graphic>
      </p:graphicFrame>
    </p:spTree>
    <p:extLst>
      <p:ext uri="{BB962C8B-B14F-4D97-AF65-F5344CB8AC3E}">
        <p14:creationId xmlns:p14="http://schemas.microsoft.com/office/powerpoint/2010/main" val="25737963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2.2 Context-free Grammar – Formal Definition</a:t>
            </a:r>
            <a:endParaRPr lang="zh-CN" altLang="en-US" dirty="0"/>
          </a:p>
        </p:txBody>
      </p:sp>
      <p:sp>
        <p:nvSpPr>
          <p:cNvPr id="3" name="内容占位符 2"/>
          <p:cNvSpPr>
            <a:spLocks noGrp="1"/>
          </p:cNvSpPr>
          <p:nvPr>
            <p:ph idx="1"/>
          </p:nvPr>
        </p:nvSpPr>
        <p:spPr>
          <a:xfrm>
            <a:off x="828675" y="1600200"/>
            <a:ext cx="7486650" cy="2576945"/>
          </a:xfrm>
        </p:spPr>
        <p:txBody>
          <a:bodyPr>
            <a:normAutofit/>
          </a:bodyPr>
          <a:lstStyle/>
          <a:p>
            <a:r>
              <a:rPr lang="en-US" altLang="zh-CN" sz="2000" dirty="0"/>
              <a:t>The context-free grammar G is a 4-tuple</a:t>
            </a:r>
          </a:p>
          <a:p>
            <a:pPr lvl="1"/>
            <a:r>
              <a:rPr lang="en-US" altLang="zh-CN" sz="1700" i="1" dirty="0"/>
              <a:t>V</a:t>
            </a:r>
            <a:r>
              <a:rPr lang="en-US" altLang="zh-CN" sz="1700" i="1" baseline="-25000" dirty="0"/>
              <a:t>T </a:t>
            </a:r>
            <a:r>
              <a:rPr lang="en-US" altLang="zh-CN" sz="1700" dirty="0"/>
              <a:t>is a non-empty finite set, where each element is a terminal.</a:t>
            </a:r>
          </a:p>
          <a:p>
            <a:pPr lvl="1"/>
            <a:r>
              <a:rPr lang="en-US" altLang="zh-CN" sz="1700" i="1" dirty="0"/>
              <a:t>V</a:t>
            </a:r>
            <a:r>
              <a:rPr lang="en-US" altLang="zh-CN" sz="1700" i="1" baseline="-25000" dirty="0"/>
              <a:t>N </a:t>
            </a:r>
            <a:r>
              <a:rPr lang="en-US" altLang="zh-CN" sz="1700" dirty="0"/>
              <a:t>is a non-empty finite set, where each element is a nonterminal,</a:t>
            </a:r>
          </a:p>
          <a:p>
            <a:pPr lvl="1"/>
            <a:endParaRPr lang="en-US" altLang="zh-CN" sz="1700" baseline="-25000" dirty="0"/>
          </a:p>
          <a:p>
            <a:pPr lvl="1"/>
            <a:r>
              <a:rPr lang="en-US" altLang="zh-CN" sz="1700" i="1" dirty="0"/>
              <a:t>S</a:t>
            </a:r>
            <a:r>
              <a:rPr lang="en-US" altLang="zh-CN" sz="1700" dirty="0"/>
              <a:t> is a nonterminal, called start symbol</a:t>
            </a:r>
          </a:p>
          <a:p>
            <a:pPr lvl="1"/>
            <a:r>
              <a:rPr lang="en-US" altLang="zh-CN" sz="1700" dirty="0"/>
              <a:t>     is as finite set of productions, where each production has the form             .                                  . </a:t>
            </a:r>
            <a:r>
              <a:rPr lang="en-US" altLang="zh-CN" sz="1700" i="1" dirty="0"/>
              <a:t>S</a:t>
            </a:r>
            <a:r>
              <a:rPr lang="en-US" altLang="zh-CN" sz="1700" dirty="0"/>
              <a:t> must appear in the left part of a production at least once. </a:t>
            </a:r>
          </a:p>
          <a:p>
            <a:pPr lvl="1"/>
            <a:endParaRPr lang="en-US" altLang="zh-CN" sz="1700" dirty="0"/>
          </a:p>
        </p:txBody>
      </p:sp>
      <p:graphicFrame>
        <p:nvGraphicFramePr>
          <p:cNvPr id="4" name="对象 3"/>
          <p:cNvGraphicFramePr>
            <a:graphicFrameLocks noChangeAspect="1"/>
          </p:cNvGraphicFramePr>
          <p:nvPr>
            <p:extLst>
              <p:ext uri="{D42A27DB-BD31-4B8C-83A1-F6EECF244321}">
                <p14:modId xmlns:p14="http://schemas.microsoft.com/office/powerpoint/2010/main" val="818328855"/>
              </p:ext>
            </p:extLst>
          </p:nvPr>
        </p:nvGraphicFramePr>
        <p:xfrm>
          <a:off x="5962651" y="1600199"/>
          <a:ext cx="1392382" cy="374073"/>
        </p:xfrm>
        <a:graphic>
          <a:graphicData uri="http://schemas.openxmlformats.org/presentationml/2006/ole">
            <mc:AlternateContent xmlns:mc="http://schemas.openxmlformats.org/markup-compatibility/2006">
              <mc:Choice xmlns:v="urn:schemas-microsoft-com:vml" Requires="v">
                <p:oleObj spid="_x0000_s4515" name="Equation" r:id="rId3" imgW="850680" imgH="228600" progId="Equation.DSMT4">
                  <p:embed/>
                </p:oleObj>
              </mc:Choice>
              <mc:Fallback>
                <p:oleObj name="Equation" r:id="rId3" imgW="850680" imgH="228600" progId="Equation.DSMT4">
                  <p:embed/>
                  <p:pic>
                    <p:nvPicPr>
                      <p:cNvPr id="0" name=""/>
                      <p:cNvPicPr/>
                      <p:nvPr/>
                    </p:nvPicPr>
                    <p:blipFill>
                      <a:blip r:embed="rId4"/>
                      <a:stretch>
                        <a:fillRect/>
                      </a:stretch>
                    </p:blipFill>
                    <p:spPr>
                      <a:xfrm>
                        <a:off x="5962651" y="1600199"/>
                        <a:ext cx="1392382" cy="374073"/>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3021932787"/>
              </p:ext>
            </p:extLst>
          </p:nvPr>
        </p:nvGraphicFramePr>
        <p:xfrm>
          <a:off x="1344901" y="3040206"/>
          <a:ext cx="292100" cy="292100"/>
        </p:xfrm>
        <a:graphic>
          <a:graphicData uri="http://schemas.openxmlformats.org/presentationml/2006/ole">
            <mc:AlternateContent xmlns:mc="http://schemas.openxmlformats.org/markup-compatibility/2006">
              <mc:Choice xmlns:v="urn:schemas-microsoft-com:vml" Requires="v">
                <p:oleObj spid="_x0000_s4516" name="Equation" r:id="rId5" imgW="177480" imgH="177480" progId="Equation.DSMT4">
                  <p:embed/>
                </p:oleObj>
              </mc:Choice>
              <mc:Fallback>
                <p:oleObj name="Equation" r:id="rId5" imgW="177480" imgH="177480" progId="Equation.DSMT4">
                  <p:embed/>
                  <p:pic>
                    <p:nvPicPr>
                      <p:cNvPr id="0" name=""/>
                      <p:cNvPicPr/>
                      <p:nvPr/>
                    </p:nvPicPr>
                    <p:blipFill>
                      <a:blip r:embed="rId6"/>
                      <a:stretch>
                        <a:fillRect/>
                      </a:stretch>
                    </p:blipFill>
                    <p:spPr>
                      <a:xfrm>
                        <a:off x="1344901" y="3040206"/>
                        <a:ext cx="292100" cy="292100"/>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612966328"/>
              </p:ext>
            </p:extLst>
          </p:nvPr>
        </p:nvGraphicFramePr>
        <p:xfrm>
          <a:off x="1966190" y="3294350"/>
          <a:ext cx="740096" cy="280123"/>
        </p:xfrm>
        <a:graphic>
          <a:graphicData uri="http://schemas.openxmlformats.org/presentationml/2006/ole">
            <mc:AlternateContent xmlns:mc="http://schemas.openxmlformats.org/markup-compatibility/2006">
              <mc:Choice xmlns:v="urn:schemas-microsoft-com:vml" Requires="v">
                <p:oleObj spid="_x0000_s4517" name="Equation" r:id="rId7" imgW="469800" imgH="177480" progId="Equation.DSMT4">
                  <p:embed/>
                </p:oleObj>
              </mc:Choice>
              <mc:Fallback>
                <p:oleObj name="Equation" r:id="rId7" imgW="469800" imgH="177480" progId="Equation.DSMT4">
                  <p:embed/>
                  <p:pic>
                    <p:nvPicPr>
                      <p:cNvPr id="0" name=""/>
                      <p:cNvPicPr/>
                      <p:nvPr/>
                    </p:nvPicPr>
                    <p:blipFill>
                      <a:blip r:embed="rId8"/>
                      <a:stretch>
                        <a:fillRect/>
                      </a:stretch>
                    </p:blipFill>
                    <p:spPr>
                      <a:xfrm>
                        <a:off x="1966190" y="3294350"/>
                        <a:ext cx="740096" cy="280123"/>
                      </a:xfrm>
                      <a:prstGeom prst="rect">
                        <a:avLst/>
                      </a:prstGeom>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3722154359"/>
              </p:ext>
            </p:extLst>
          </p:nvPr>
        </p:nvGraphicFramePr>
        <p:xfrm>
          <a:off x="2792319" y="3294350"/>
          <a:ext cx="2102963" cy="366426"/>
        </p:xfrm>
        <a:graphic>
          <a:graphicData uri="http://schemas.openxmlformats.org/presentationml/2006/ole">
            <mc:AlternateContent xmlns:mc="http://schemas.openxmlformats.org/markup-compatibility/2006">
              <mc:Choice xmlns:v="urn:schemas-microsoft-com:vml" Requires="v">
                <p:oleObj spid="_x0000_s4518" name="Equation" r:id="rId9" imgW="1384200" imgH="241200" progId="Equation.DSMT4">
                  <p:embed/>
                </p:oleObj>
              </mc:Choice>
              <mc:Fallback>
                <p:oleObj name="Equation" r:id="rId9" imgW="1384200" imgH="241200" progId="Equation.DSMT4">
                  <p:embed/>
                  <p:pic>
                    <p:nvPicPr>
                      <p:cNvPr id="0" name=""/>
                      <p:cNvPicPr/>
                      <p:nvPr/>
                    </p:nvPicPr>
                    <p:blipFill>
                      <a:blip r:embed="rId10"/>
                      <a:stretch>
                        <a:fillRect/>
                      </a:stretch>
                    </p:blipFill>
                    <p:spPr>
                      <a:xfrm>
                        <a:off x="2792319" y="3294350"/>
                        <a:ext cx="2102963" cy="366426"/>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1203384996"/>
              </p:ext>
            </p:extLst>
          </p:nvPr>
        </p:nvGraphicFramePr>
        <p:xfrm>
          <a:off x="1490951" y="2479024"/>
          <a:ext cx="1081087" cy="347663"/>
        </p:xfrm>
        <a:graphic>
          <a:graphicData uri="http://schemas.openxmlformats.org/presentationml/2006/ole">
            <mc:AlternateContent xmlns:mc="http://schemas.openxmlformats.org/markup-compatibility/2006">
              <mc:Choice xmlns:v="urn:schemas-microsoft-com:vml" Requires="v">
                <p:oleObj spid="_x0000_s4519" name="Equation" r:id="rId11" imgW="711000" imgH="228600" progId="Equation.DSMT4">
                  <p:embed/>
                </p:oleObj>
              </mc:Choice>
              <mc:Fallback>
                <p:oleObj name="Equation" r:id="rId11" imgW="711000" imgH="228600" progId="Equation.DSMT4">
                  <p:embed/>
                  <p:pic>
                    <p:nvPicPr>
                      <p:cNvPr id="0" name=""/>
                      <p:cNvPicPr/>
                      <p:nvPr/>
                    </p:nvPicPr>
                    <p:blipFill>
                      <a:blip r:embed="rId12"/>
                      <a:stretch>
                        <a:fillRect/>
                      </a:stretch>
                    </p:blipFill>
                    <p:spPr>
                      <a:xfrm>
                        <a:off x="1490951" y="2479024"/>
                        <a:ext cx="1081087" cy="347663"/>
                      </a:xfrm>
                      <a:prstGeom prst="rect">
                        <a:avLst/>
                      </a:prstGeom>
                    </p:spPr>
                  </p:pic>
                </p:oleObj>
              </mc:Fallback>
            </mc:AlternateContent>
          </a:graphicData>
        </a:graphic>
      </p:graphicFrame>
      <p:sp>
        <p:nvSpPr>
          <p:cNvPr id="10" name="内容占位符 2"/>
          <p:cNvSpPr txBox="1">
            <a:spLocks/>
          </p:cNvSpPr>
          <p:nvPr/>
        </p:nvSpPr>
        <p:spPr>
          <a:xfrm>
            <a:off x="828675" y="3995882"/>
            <a:ext cx="7486650" cy="2576945"/>
          </a:xfrm>
          <a:prstGeom prst="rect">
            <a:avLst/>
          </a:prstGeom>
        </p:spPr>
        <p:txBody>
          <a:bodyPr vert="horz" lIns="0" tIns="45720" rIns="0" bIns="45720" rtlCol="0">
            <a:normAutofit/>
          </a:bodyPr>
          <a:lst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a:lstStyle>
          <a:p>
            <a:pPr lvl="1"/>
            <a:endParaRPr lang="en-US" altLang="zh-CN" sz="1700" dirty="0"/>
          </a:p>
        </p:txBody>
      </p:sp>
      <p:graphicFrame>
        <p:nvGraphicFramePr>
          <p:cNvPr id="12" name="对象 11"/>
          <p:cNvGraphicFramePr>
            <a:graphicFrameLocks noChangeAspect="1"/>
          </p:cNvGraphicFramePr>
          <p:nvPr>
            <p:extLst>
              <p:ext uri="{D42A27DB-BD31-4B8C-83A1-F6EECF244321}">
                <p14:modId xmlns:p14="http://schemas.microsoft.com/office/powerpoint/2010/main" val="4203723767"/>
              </p:ext>
            </p:extLst>
          </p:nvPr>
        </p:nvGraphicFramePr>
        <p:xfrm>
          <a:off x="1557946" y="4163753"/>
          <a:ext cx="1210541" cy="2117231"/>
        </p:xfrm>
        <a:graphic>
          <a:graphicData uri="http://schemas.openxmlformats.org/presentationml/2006/ole">
            <mc:AlternateContent xmlns:mc="http://schemas.openxmlformats.org/markup-compatibility/2006">
              <mc:Choice xmlns:v="urn:schemas-microsoft-com:vml" Requires="v">
                <p:oleObj spid="_x0000_s4520" name="Equation" r:id="rId13" imgW="520560" imgH="914400" progId="Equation.DSMT4">
                  <p:embed/>
                </p:oleObj>
              </mc:Choice>
              <mc:Fallback>
                <p:oleObj name="Equation" r:id="rId13" imgW="520560" imgH="914400" progId="Equation.DSMT4">
                  <p:embed/>
                  <p:pic>
                    <p:nvPicPr>
                      <p:cNvPr id="0" name=""/>
                      <p:cNvPicPr/>
                      <p:nvPr/>
                    </p:nvPicPr>
                    <p:blipFill>
                      <a:blip r:embed="rId14"/>
                      <a:stretch>
                        <a:fillRect/>
                      </a:stretch>
                    </p:blipFill>
                    <p:spPr>
                      <a:xfrm>
                        <a:off x="1557946" y="4163753"/>
                        <a:ext cx="1210541" cy="2117231"/>
                      </a:xfrm>
                      <a:prstGeom prst="rect">
                        <a:avLst/>
                      </a:prstGeom>
                    </p:spPr>
                  </p:pic>
                </p:oleObj>
              </mc:Fallback>
            </mc:AlternateContent>
          </a:graphicData>
        </a:graphic>
      </p:graphicFrame>
      <p:sp>
        <p:nvSpPr>
          <p:cNvPr id="13" name="右箭头 12"/>
          <p:cNvSpPr/>
          <p:nvPr/>
        </p:nvSpPr>
        <p:spPr>
          <a:xfrm>
            <a:off x="3335482" y="5143500"/>
            <a:ext cx="768927" cy="405245"/>
          </a:xfrm>
          <a:prstGeom prst="rightArrow">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zh-CN" altLang="en-US"/>
          </a:p>
        </p:txBody>
      </p:sp>
      <p:graphicFrame>
        <p:nvGraphicFramePr>
          <p:cNvPr id="14" name="对象 13"/>
          <p:cNvGraphicFramePr>
            <a:graphicFrameLocks noChangeAspect="1"/>
          </p:cNvGraphicFramePr>
          <p:nvPr>
            <p:extLst>
              <p:ext uri="{D42A27DB-BD31-4B8C-83A1-F6EECF244321}">
                <p14:modId xmlns:p14="http://schemas.microsoft.com/office/powerpoint/2010/main" val="3004457314"/>
              </p:ext>
            </p:extLst>
          </p:nvPr>
        </p:nvGraphicFramePr>
        <p:xfrm>
          <a:off x="4273550" y="5110163"/>
          <a:ext cx="2536825" cy="528637"/>
        </p:xfrm>
        <a:graphic>
          <a:graphicData uri="http://schemas.openxmlformats.org/presentationml/2006/ole">
            <mc:AlternateContent xmlns:mc="http://schemas.openxmlformats.org/markup-compatibility/2006">
              <mc:Choice xmlns:v="urn:schemas-microsoft-com:vml" Requires="v">
                <p:oleObj spid="_x0000_s4521" name="Equation" r:id="rId15" imgW="1091880" imgH="228600" progId="Equation.DSMT4">
                  <p:embed/>
                </p:oleObj>
              </mc:Choice>
              <mc:Fallback>
                <p:oleObj name="Equation" r:id="rId15" imgW="1091880" imgH="228600" progId="Equation.DSMT4">
                  <p:embed/>
                  <p:pic>
                    <p:nvPicPr>
                      <p:cNvPr id="0" name=""/>
                      <p:cNvPicPr/>
                      <p:nvPr/>
                    </p:nvPicPr>
                    <p:blipFill>
                      <a:blip r:embed="rId16"/>
                      <a:stretch>
                        <a:fillRect/>
                      </a:stretch>
                    </p:blipFill>
                    <p:spPr>
                      <a:xfrm>
                        <a:off x="4273550" y="5110163"/>
                        <a:ext cx="2536825" cy="528637"/>
                      </a:xfrm>
                      <a:prstGeom prst="rect">
                        <a:avLst/>
                      </a:prstGeom>
                    </p:spPr>
                  </p:pic>
                </p:oleObj>
              </mc:Fallback>
            </mc:AlternateContent>
          </a:graphicData>
        </a:graphic>
      </p:graphicFrame>
      <p:graphicFrame>
        <p:nvGraphicFramePr>
          <p:cNvPr id="15" name="对象 14"/>
          <p:cNvGraphicFramePr>
            <a:graphicFrameLocks noChangeAspect="1"/>
          </p:cNvGraphicFramePr>
          <p:nvPr>
            <p:extLst>
              <p:ext uri="{D42A27DB-BD31-4B8C-83A1-F6EECF244321}">
                <p14:modId xmlns:p14="http://schemas.microsoft.com/office/powerpoint/2010/main" val="3836431682"/>
              </p:ext>
            </p:extLst>
          </p:nvPr>
        </p:nvGraphicFramePr>
        <p:xfrm>
          <a:off x="4273550" y="5817898"/>
          <a:ext cx="3759200" cy="398793"/>
        </p:xfrm>
        <a:graphic>
          <a:graphicData uri="http://schemas.openxmlformats.org/presentationml/2006/ole">
            <mc:AlternateContent xmlns:mc="http://schemas.openxmlformats.org/markup-compatibility/2006">
              <mc:Choice xmlns:v="urn:schemas-microsoft-com:vml" Requires="v">
                <p:oleObj spid="_x0000_s4522" name="Equation" r:id="rId17" imgW="2145960" imgH="228600" progId="Equation.DSMT4">
                  <p:embed/>
                </p:oleObj>
              </mc:Choice>
              <mc:Fallback>
                <p:oleObj name="Equation" r:id="rId17" imgW="2145960" imgH="228600" progId="Equation.DSMT4">
                  <p:embed/>
                  <p:pic>
                    <p:nvPicPr>
                      <p:cNvPr id="0" name=""/>
                      <p:cNvPicPr/>
                      <p:nvPr/>
                    </p:nvPicPr>
                    <p:blipFill>
                      <a:blip r:embed="rId18"/>
                      <a:stretch>
                        <a:fillRect/>
                      </a:stretch>
                    </p:blipFill>
                    <p:spPr>
                      <a:xfrm>
                        <a:off x="4273550" y="5817898"/>
                        <a:ext cx="3759200" cy="398793"/>
                      </a:xfrm>
                      <a:prstGeom prst="rect">
                        <a:avLst/>
                      </a:prstGeom>
                    </p:spPr>
                  </p:pic>
                </p:oleObj>
              </mc:Fallback>
            </mc:AlternateContent>
          </a:graphicData>
        </a:graphic>
      </p:graphicFrame>
    </p:spTree>
    <p:extLst>
      <p:ext uri="{BB962C8B-B14F-4D97-AF65-F5344CB8AC3E}">
        <p14:creationId xmlns:p14="http://schemas.microsoft.com/office/powerpoint/2010/main" val="35165061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2.2 Context-free Grammar – Notational Conventions</a:t>
            </a:r>
            <a:endParaRPr lang="zh-CN" altLang="en-US" dirty="0"/>
          </a:p>
        </p:txBody>
      </p:sp>
      <p:pic>
        <p:nvPicPr>
          <p:cNvPr id="4" name="图片 3"/>
          <p:cNvPicPr>
            <a:picLocks noChangeAspect="1"/>
          </p:cNvPicPr>
          <p:nvPr/>
        </p:nvPicPr>
        <p:blipFill>
          <a:blip r:embed="rId2"/>
          <a:stretch>
            <a:fillRect/>
          </a:stretch>
        </p:blipFill>
        <p:spPr>
          <a:xfrm>
            <a:off x="928118" y="1570326"/>
            <a:ext cx="7286625" cy="4943475"/>
          </a:xfrm>
          <a:prstGeom prst="rect">
            <a:avLst/>
          </a:prstGeom>
        </p:spPr>
      </p:pic>
    </p:spTree>
    <p:extLst>
      <p:ext uri="{BB962C8B-B14F-4D97-AF65-F5344CB8AC3E}">
        <p14:creationId xmlns:p14="http://schemas.microsoft.com/office/powerpoint/2010/main" val="19420710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2.2 Context-free Grammar – Notational Conventions</a:t>
            </a:r>
            <a:endParaRPr lang="zh-CN" altLang="en-US" dirty="0"/>
          </a:p>
        </p:txBody>
      </p:sp>
      <p:pic>
        <p:nvPicPr>
          <p:cNvPr id="3" name="图片 2"/>
          <p:cNvPicPr>
            <a:picLocks noChangeAspect="1"/>
          </p:cNvPicPr>
          <p:nvPr/>
        </p:nvPicPr>
        <p:blipFill>
          <a:blip r:embed="rId2"/>
          <a:stretch>
            <a:fillRect/>
          </a:stretch>
        </p:blipFill>
        <p:spPr>
          <a:xfrm>
            <a:off x="866206" y="1619682"/>
            <a:ext cx="7410450" cy="3971925"/>
          </a:xfrm>
          <a:prstGeom prst="rect">
            <a:avLst/>
          </a:prstGeom>
        </p:spPr>
      </p:pic>
    </p:spTree>
    <p:extLst>
      <p:ext uri="{BB962C8B-B14F-4D97-AF65-F5344CB8AC3E}">
        <p14:creationId xmlns:p14="http://schemas.microsoft.com/office/powerpoint/2010/main" val="36071696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2.2 Context-free Grammar – Derivations</a:t>
            </a:r>
            <a:endParaRPr lang="zh-CN" altLang="en-US" dirty="0"/>
          </a:p>
        </p:txBody>
      </p:sp>
      <p:sp>
        <p:nvSpPr>
          <p:cNvPr id="3" name="内容占位符 2"/>
          <p:cNvSpPr>
            <a:spLocks noGrp="1"/>
          </p:cNvSpPr>
          <p:nvPr>
            <p:ph idx="1"/>
          </p:nvPr>
        </p:nvSpPr>
        <p:spPr/>
        <p:txBody>
          <a:bodyPr>
            <a:normAutofit/>
          </a:bodyPr>
          <a:lstStyle/>
          <a:p>
            <a:r>
              <a:rPr lang="en-US" altLang="zh-CN" sz="2000" dirty="0"/>
              <a:t>A grammar derives strings by beginning with the start symbol and repeatedly replacing a nonterminal by the body of a production for that nonterminal. </a:t>
            </a:r>
          </a:p>
          <a:p>
            <a:r>
              <a:rPr lang="en-US" altLang="zh-CN" sz="2000" dirty="0"/>
              <a:t>Strictly, we call that          derives        in one step, i.e.,</a:t>
            </a:r>
          </a:p>
          <a:p>
            <a:pPr marL="0" indent="0">
              <a:buNone/>
            </a:pPr>
            <a:r>
              <a:rPr lang="en-US" altLang="zh-CN" sz="2000" dirty="0"/>
              <a:t>   if and only if            is a production, and                           . </a:t>
            </a:r>
          </a:p>
          <a:p>
            <a:pPr marL="0" indent="0">
              <a:buNone/>
            </a:pPr>
            <a:r>
              <a:rPr lang="en-US" altLang="zh-CN" sz="2000" dirty="0"/>
              <a:t>       means “derives in one step”. When a sequence of derivation steps                               rewrites             , we say </a:t>
            </a:r>
          </a:p>
          <a:p>
            <a:pPr marL="0" indent="0">
              <a:buNone/>
            </a:pPr>
            <a:r>
              <a:rPr lang="en-US" altLang="zh-CN" sz="2000" dirty="0"/>
              <a:t>                     . We use symbol”    and symbol to represent “derives in zero or more steps” and symbol        to represent “derives in one or more steps”.</a:t>
            </a:r>
          </a:p>
          <a:p>
            <a:pPr marL="0" indent="0">
              <a:buNone/>
            </a:pPr>
            <a:r>
              <a:rPr lang="en-US" altLang="zh-CN" sz="2000" dirty="0"/>
              <a:t>If            , where </a:t>
            </a:r>
            <a:r>
              <a:rPr lang="en-US" altLang="zh-CN" sz="2000" i="1" dirty="0"/>
              <a:t>S</a:t>
            </a:r>
            <a:r>
              <a:rPr lang="en-US" altLang="zh-CN" sz="2000" dirty="0"/>
              <a:t> is the start symbol of a grammar </a:t>
            </a:r>
            <a:r>
              <a:rPr lang="en-US" altLang="zh-CN" sz="2000" i="1" dirty="0"/>
              <a:t>G</a:t>
            </a:r>
            <a:r>
              <a:rPr lang="en-US" altLang="zh-CN" sz="2000" dirty="0"/>
              <a:t>, we say that    is a </a:t>
            </a:r>
            <a:r>
              <a:rPr lang="en-US" altLang="zh-CN" sz="2000" i="1" dirty="0">
                <a:solidFill>
                  <a:srgbClr val="FF0000"/>
                </a:solidFill>
              </a:rPr>
              <a:t>sentential form </a:t>
            </a:r>
            <a:r>
              <a:rPr lang="en-US" altLang="zh-CN" sz="2000" dirty="0"/>
              <a:t>of G.</a:t>
            </a:r>
            <a:endParaRPr lang="zh-CN" altLang="en-US" sz="2000" dirty="0"/>
          </a:p>
        </p:txBody>
      </p:sp>
      <p:graphicFrame>
        <p:nvGraphicFramePr>
          <p:cNvPr id="4" name="对象 3"/>
          <p:cNvGraphicFramePr>
            <a:graphicFrameLocks noChangeAspect="1"/>
          </p:cNvGraphicFramePr>
          <p:nvPr>
            <p:extLst>
              <p:ext uri="{D42A27DB-BD31-4B8C-83A1-F6EECF244321}">
                <p14:modId xmlns:p14="http://schemas.microsoft.com/office/powerpoint/2010/main" val="858350697"/>
              </p:ext>
            </p:extLst>
          </p:nvPr>
        </p:nvGraphicFramePr>
        <p:xfrm>
          <a:off x="2623053" y="3039555"/>
          <a:ext cx="780403" cy="356756"/>
        </p:xfrm>
        <a:graphic>
          <a:graphicData uri="http://schemas.openxmlformats.org/presentationml/2006/ole">
            <mc:AlternateContent xmlns:mc="http://schemas.openxmlformats.org/markup-compatibility/2006">
              <mc:Choice xmlns:v="urn:schemas-microsoft-com:vml" Requires="v">
                <p:oleObj spid="_x0000_s5655" name="Equation" r:id="rId3" imgW="444240" imgH="203040" progId="Equation.DSMT4">
                  <p:embed/>
                </p:oleObj>
              </mc:Choice>
              <mc:Fallback>
                <p:oleObj name="Equation" r:id="rId3" imgW="444240" imgH="203040" progId="Equation.DSMT4">
                  <p:embed/>
                  <p:pic>
                    <p:nvPicPr>
                      <p:cNvPr id="0" name=""/>
                      <p:cNvPicPr/>
                      <p:nvPr/>
                    </p:nvPicPr>
                    <p:blipFill>
                      <a:blip r:embed="rId4"/>
                      <a:stretch>
                        <a:fillRect/>
                      </a:stretch>
                    </p:blipFill>
                    <p:spPr>
                      <a:xfrm>
                        <a:off x="2623053" y="3039555"/>
                        <a:ext cx="780403" cy="356756"/>
                      </a:xfrm>
                      <a:prstGeom prst="rect">
                        <a:avLst/>
                      </a:prstGeom>
                    </p:spPr>
                  </p:pic>
                </p:oleObj>
              </mc:Fallback>
            </mc:AlternateContent>
          </a:graphicData>
        </a:graphic>
      </p:graphicFrame>
      <p:graphicFrame>
        <p:nvGraphicFramePr>
          <p:cNvPr id="5" name="对象 4"/>
          <p:cNvGraphicFramePr>
            <a:graphicFrameLocks noChangeAspect="1"/>
          </p:cNvGraphicFramePr>
          <p:nvPr>
            <p:extLst>
              <p:ext uri="{D42A27DB-BD31-4B8C-83A1-F6EECF244321}">
                <p14:modId xmlns:p14="http://schemas.microsoft.com/office/powerpoint/2010/main" val="3621028891"/>
              </p:ext>
            </p:extLst>
          </p:nvPr>
        </p:nvGraphicFramePr>
        <p:xfrm>
          <a:off x="3403456" y="2591304"/>
          <a:ext cx="625475" cy="357187"/>
        </p:xfrm>
        <a:graphic>
          <a:graphicData uri="http://schemas.openxmlformats.org/presentationml/2006/ole">
            <mc:AlternateContent xmlns:mc="http://schemas.openxmlformats.org/markup-compatibility/2006">
              <mc:Choice xmlns:v="urn:schemas-microsoft-com:vml" Requires="v">
                <p:oleObj spid="_x0000_s5656" name="Equation" r:id="rId5" imgW="355320" imgH="203040" progId="Equation.DSMT4">
                  <p:embed/>
                </p:oleObj>
              </mc:Choice>
              <mc:Fallback>
                <p:oleObj name="Equation" r:id="rId5" imgW="355320" imgH="203040" progId="Equation.DSMT4">
                  <p:embed/>
                  <p:pic>
                    <p:nvPicPr>
                      <p:cNvPr id="0" name=""/>
                      <p:cNvPicPr/>
                      <p:nvPr/>
                    </p:nvPicPr>
                    <p:blipFill>
                      <a:blip r:embed="rId6"/>
                      <a:stretch>
                        <a:fillRect/>
                      </a:stretch>
                    </p:blipFill>
                    <p:spPr>
                      <a:xfrm>
                        <a:off x="3403456" y="2591304"/>
                        <a:ext cx="625475" cy="357187"/>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976469456"/>
              </p:ext>
            </p:extLst>
          </p:nvPr>
        </p:nvGraphicFramePr>
        <p:xfrm>
          <a:off x="5023716" y="2586827"/>
          <a:ext cx="536575" cy="357188"/>
        </p:xfrm>
        <a:graphic>
          <a:graphicData uri="http://schemas.openxmlformats.org/presentationml/2006/ole">
            <mc:AlternateContent xmlns:mc="http://schemas.openxmlformats.org/markup-compatibility/2006">
              <mc:Choice xmlns:v="urn:schemas-microsoft-com:vml" Requires="v">
                <p:oleObj spid="_x0000_s5657" name="Equation" r:id="rId7" imgW="304560" imgH="203040" progId="Equation.DSMT4">
                  <p:embed/>
                </p:oleObj>
              </mc:Choice>
              <mc:Fallback>
                <p:oleObj name="Equation" r:id="rId7" imgW="304560" imgH="203040" progId="Equation.DSMT4">
                  <p:embed/>
                  <p:pic>
                    <p:nvPicPr>
                      <p:cNvPr id="0" name=""/>
                      <p:cNvPicPr/>
                      <p:nvPr/>
                    </p:nvPicPr>
                    <p:blipFill>
                      <a:blip r:embed="rId8"/>
                      <a:stretch>
                        <a:fillRect/>
                      </a:stretch>
                    </p:blipFill>
                    <p:spPr>
                      <a:xfrm>
                        <a:off x="5023716" y="2586827"/>
                        <a:ext cx="536575" cy="357188"/>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3393820360"/>
              </p:ext>
            </p:extLst>
          </p:nvPr>
        </p:nvGraphicFramePr>
        <p:xfrm>
          <a:off x="7497690" y="2586827"/>
          <a:ext cx="1452563" cy="357188"/>
        </p:xfrm>
        <a:graphic>
          <a:graphicData uri="http://schemas.openxmlformats.org/presentationml/2006/ole">
            <mc:AlternateContent xmlns:mc="http://schemas.openxmlformats.org/markup-compatibility/2006">
              <mc:Choice xmlns:v="urn:schemas-microsoft-com:vml" Requires="v">
                <p:oleObj spid="_x0000_s5658" name="Equation" r:id="rId9" imgW="825480" imgH="203040" progId="Equation.DSMT4">
                  <p:embed/>
                </p:oleObj>
              </mc:Choice>
              <mc:Fallback>
                <p:oleObj name="Equation" r:id="rId9" imgW="825480" imgH="203040" progId="Equation.DSMT4">
                  <p:embed/>
                  <p:pic>
                    <p:nvPicPr>
                      <p:cNvPr id="0" name=""/>
                      <p:cNvPicPr/>
                      <p:nvPr/>
                    </p:nvPicPr>
                    <p:blipFill>
                      <a:blip r:embed="rId10"/>
                      <a:stretch>
                        <a:fillRect/>
                      </a:stretch>
                    </p:blipFill>
                    <p:spPr>
                      <a:xfrm>
                        <a:off x="7497690" y="2586827"/>
                        <a:ext cx="1452563" cy="357188"/>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1518602015"/>
              </p:ext>
            </p:extLst>
          </p:nvPr>
        </p:nvGraphicFramePr>
        <p:xfrm>
          <a:off x="5990936" y="3006001"/>
          <a:ext cx="1900238" cy="423863"/>
        </p:xfrm>
        <a:graphic>
          <a:graphicData uri="http://schemas.openxmlformats.org/presentationml/2006/ole">
            <mc:AlternateContent xmlns:mc="http://schemas.openxmlformats.org/markup-compatibility/2006">
              <mc:Choice xmlns:v="urn:schemas-microsoft-com:vml" Requires="v">
                <p:oleObj spid="_x0000_s5659" name="Equation" r:id="rId11" imgW="1079280" imgH="241200" progId="Equation.DSMT4">
                  <p:embed/>
                </p:oleObj>
              </mc:Choice>
              <mc:Fallback>
                <p:oleObj name="Equation" r:id="rId11" imgW="1079280" imgH="241200" progId="Equation.DSMT4">
                  <p:embed/>
                  <p:pic>
                    <p:nvPicPr>
                      <p:cNvPr id="0" name=""/>
                      <p:cNvPicPr/>
                      <p:nvPr/>
                    </p:nvPicPr>
                    <p:blipFill>
                      <a:blip r:embed="rId12"/>
                      <a:stretch>
                        <a:fillRect/>
                      </a:stretch>
                    </p:blipFill>
                    <p:spPr>
                      <a:xfrm>
                        <a:off x="5990936" y="3006001"/>
                        <a:ext cx="1900238" cy="423863"/>
                      </a:xfrm>
                      <a:prstGeom prst="rect">
                        <a:avLst/>
                      </a:prstGeom>
                    </p:spPr>
                  </p:pic>
                </p:oleObj>
              </mc:Fallback>
            </mc:AlternateContent>
          </a:graphicData>
        </a:graphic>
      </p:graphicFrame>
      <p:graphicFrame>
        <p:nvGraphicFramePr>
          <p:cNvPr id="10" name="对象 9"/>
          <p:cNvGraphicFramePr>
            <a:graphicFrameLocks noChangeAspect="1"/>
          </p:cNvGraphicFramePr>
          <p:nvPr>
            <p:extLst>
              <p:ext uri="{D42A27DB-BD31-4B8C-83A1-F6EECF244321}">
                <p14:modId xmlns:p14="http://schemas.microsoft.com/office/powerpoint/2010/main" val="1271129948"/>
              </p:ext>
            </p:extLst>
          </p:nvPr>
        </p:nvGraphicFramePr>
        <p:xfrm>
          <a:off x="986558" y="3503613"/>
          <a:ext cx="334963" cy="268287"/>
        </p:xfrm>
        <a:graphic>
          <a:graphicData uri="http://schemas.openxmlformats.org/presentationml/2006/ole">
            <mc:AlternateContent xmlns:mc="http://schemas.openxmlformats.org/markup-compatibility/2006">
              <mc:Choice xmlns:v="urn:schemas-microsoft-com:vml" Requires="v">
                <p:oleObj spid="_x0000_s5660" name="Equation" r:id="rId13" imgW="190440" imgH="152280" progId="Equation.DSMT4">
                  <p:embed/>
                </p:oleObj>
              </mc:Choice>
              <mc:Fallback>
                <p:oleObj name="Equation" r:id="rId13" imgW="190440" imgH="152280" progId="Equation.DSMT4">
                  <p:embed/>
                  <p:pic>
                    <p:nvPicPr>
                      <p:cNvPr id="0" name=""/>
                      <p:cNvPicPr/>
                      <p:nvPr/>
                    </p:nvPicPr>
                    <p:blipFill>
                      <a:blip r:embed="rId14"/>
                      <a:stretch>
                        <a:fillRect/>
                      </a:stretch>
                    </p:blipFill>
                    <p:spPr>
                      <a:xfrm>
                        <a:off x="986558" y="3503613"/>
                        <a:ext cx="334963" cy="268287"/>
                      </a:xfrm>
                      <a:prstGeom prst="rect">
                        <a:avLst/>
                      </a:prstGeom>
                    </p:spPr>
                  </p:pic>
                </p:oleObj>
              </mc:Fallback>
            </mc:AlternateContent>
          </a:graphicData>
        </a:graphic>
      </p:graphicFrame>
      <p:graphicFrame>
        <p:nvGraphicFramePr>
          <p:cNvPr id="11" name="对象 10"/>
          <p:cNvGraphicFramePr>
            <a:graphicFrameLocks noChangeAspect="1"/>
          </p:cNvGraphicFramePr>
          <p:nvPr>
            <p:extLst>
              <p:ext uri="{D42A27DB-BD31-4B8C-83A1-F6EECF244321}">
                <p14:modId xmlns:p14="http://schemas.microsoft.com/office/powerpoint/2010/main" val="3247292188"/>
              </p:ext>
            </p:extLst>
          </p:nvPr>
        </p:nvGraphicFramePr>
        <p:xfrm>
          <a:off x="2810741" y="3771900"/>
          <a:ext cx="2212975" cy="401637"/>
        </p:xfrm>
        <a:graphic>
          <a:graphicData uri="http://schemas.openxmlformats.org/presentationml/2006/ole">
            <mc:AlternateContent xmlns:mc="http://schemas.openxmlformats.org/markup-compatibility/2006">
              <mc:Choice xmlns:v="urn:schemas-microsoft-com:vml" Requires="v">
                <p:oleObj spid="_x0000_s5661" name="Equation" r:id="rId15" imgW="1257120" imgH="228600" progId="Equation.DSMT4">
                  <p:embed/>
                </p:oleObj>
              </mc:Choice>
              <mc:Fallback>
                <p:oleObj name="Equation" r:id="rId15" imgW="1257120" imgH="228600" progId="Equation.DSMT4">
                  <p:embed/>
                  <p:pic>
                    <p:nvPicPr>
                      <p:cNvPr id="0" name=""/>
                      <p:cNvPicPr/>
                      <p:nvPr/>
                    </p:nvPicPr>
                    <p:blipFill>
                      <a:blip r:embed="rId16"/>
                      <a:stretch>
                        <a:fillRect/>
                      </a:stretch>
                    </p:blipFill>
                    <p:spPr>
                      <a:xfrm>
                        <a:off x="2810741" y="3771900"/>
                        <a:ext cx="2212975" cy="401637"/>
                      </a:xfrm>
                      <a:prstGeom prst="rect">
                        <a:avLst/>
                      </a:prstGeom>
                    </p:spPr>
                  </p:pic>
                </p:oleObj>
              </mc:Fallback>
            </mc:AlternateContent>
          </a:graphicData>
        </a:graphic>
      </p:graphicFrame>
      <p:graphicFrame>
        <p:nvGraphicFramePr>
          <p:cNvPr id="12" name="对象 11"/>
          <p:cNvGraphicFramePr>
            <a:graphicFrameLocks noChangeAspect="1"/>
          </p:cNvGraphicFramePr>
          <p:nvPr>
            <p:extLst>
              <p:ext uri="{D42A27DB-BD31-4B8C-83A1-F6EECF244321}">
                <p14:modId xmlns:p14="http://schemas.microsoft.com/office/powerpoint/2010/main" val="148682133"/>
              </p:ext>
            </p:extLst>
          </p:nvPr>
        </p:nvGraphicFramePr>
        <p:xfrm>
          <a:off x="6031923" y="3771899"/>
          <a:ext cx="962025" cy="401638"/>
        </p:xfrm>
        <a:graphic>
          <a:graphicData uri="http://schemas.openxmlformats.org/presentationml/2006/ole">
            <mc:AlternateContent xmlns:mc="http://schemas.openxmlformats.org/markup-compatibility/2006">
              <mc:Choice xmlns:v="urn:schemas-microsoft-com:vml" Requires="v">
                <p:oleObj spid="_x0000_s5662" name="Equation" r:id="rId17" imgW="545760" imgH="228600" progId="Equation.DSMT4">
                  <p:embed/>
                </p:oleObj>
              </mc:Choice>
              <mc:Fallback>
                <p:oleObj name="Equation" r:id="rId17" imgW="545760" imgH="228600" progId="Equation.DSMT4">
                  <p:embed/>
                  <p:pic>
                    <p:nvPicPr>
                      <p:cNvPr id="0" name=""/>
                      <p:cNvPicPr/>
                      <p:nvPr/>
                    </p:nvPicPr>
                    <p:blipFill>
                      <a:blip r:embed="rId18"/>
                      <a:stretch>
                        <a:fillRect/>
                      </a:stretch>
                    </p:blipFill>
                    <p:spPr>
                      <a:xfrm>
                        <a:off x="6031923" y="3771899"/>
                        <a:ext cx="962025" cy="401638"/>
                      </a:xfrm>
                      <a:prstGeom prst="rect">
                        <a:avLst/>
                      </a:prstGeom>
                    </p:spPr>
                  </p:pic>
                </p:oleObj>
              </mc:Fallback>
            </mc:AlternateContent>
          </a:graphicData>
        </a:graphic>
      </p:graphicFrame>
      <p:graphicFrame>
        <p:nvGraphicFramePr>
          <p:cNvPr id="13" name="对象 12"/>
          <p:cNvGraphicFramePr>
            <a:graphicFrameLocks noChangeAspect="1"/>
          </p:cNvGraphicFramePr>
          <p:nvPr>
            <p:extLst>
              <p:ext uri="{D42A27DB-BD31-4B8C-83A1-F6EECF244321}">
                <p14:modId xmlns:p14="http://schemas.microsoft.com/office/powerpoint/2010/main" val="1721640264"/>
              </p:ext>
            </p:extLst>
          </p:nvPr>
        </p:nvGraphicFramePr>
        <p:xfrm>
          <a:off x="828675" y="4173537"/>
          <a:ext cx="1522413" cy="401637"/>
        </p:xfrm>
        <a:graphic>
          <a:graphicData uri="http://schemas.openxmlformats.org/presentationml/2006/ole">
            <mc:AlternateContent xmlns:mc="http://schemas.openxmlformats.org/markup-compatibility/2006">
              <mc:Choice xmlns:v="urn:schemas-microsoft-com:vml" Requires="v">
                <p:oleObj spid="_x0000_s5663" name="Equation" r:id="rId19" imgW="863280" imgH="228600" progId="Equation.DSMT4">
                  <p:embed/>
                </p:oleObj>
              </mc:Choice>
              <mc:Fallback>
                <p:oleObj name="Equation" r:id="rId19" imgW="863280" imgH="228600" progId="Equation.DSMT4">
                  <p:embed/>
                  <p:pic>
                    <p:nvPicPr>
                      <p:cNvPr id="0" name=""/>
                      <p:cNvPicPr/>
                      <p:nvPr/>
                    </p:nvPicPr>
                    <p:blipFill>
                      <a:blip r:embed="rId20"/>
                      <a:stretch>
                        <a:fillRect/>
                      </a:stretch>
                    </p:blipFill>
                    <p:spPr>
                      <a:xfrm>
                        <a:off x="828675" y="4173537"/>
                        <a:ext cx="1522413" cy="401637"/>
                      </a:xfrm>
                      <a:prstGeom prst="rect">
                        <a:avLst/>
                      </a:prstGeom>
                    </p:spPr>
                  </p:pic>
                </p:oleObj>
              </mc:Fallback>
            </mc:AlternateContent>
          </a:graphicData>
        </a:graphic>
      </p:graphicFrame>
      <p:graphicFrame>
        <p:nvGraphicFramePr>
          <p:cNvPr id="14" name="对象 13"/>
          <p:cNvGraphicFramePr>
            <a:graphicFrameLocks noChangeAspect="1"/>
          </p:cNvGraphicFramePr>
          <p:nvPr>
            <p:extLst>
              <p:ext uri="{D42A27DB-BD31-4B8C-83A1-F6EECF244321}">
                <p14:modId xmlns:p14="http://schemas.microsoft.com/office/powerpoint/2010/main" val="3506269446"/>
              </p:ext>
            </p:extLst>
          </p:nvPr>
        </p:nvGraphicFramePr>
        <p:xfrm>
          <a:off x="4495800" y="4195763"/>
          <a:ext cx="423863" cy="357187"/>
        </p:xfrm>
        <a:graphic>
          <a:graphicData uri="http://schemas.openxmlformats.org/presentationml/2006/ole">
            <mc:AlternateContent xmlns:mc="http://schemas.openxmlformats.org/markup-compatibility/2006">
              <mc:Choice xmlns:v="urn:schemas-microsoft-com:vml" Requires="v">
                <p:oleObj spid="_x0000_s5664" name="Equation" r:id="rId21" imgW="241200" imgH="203040" progId="Equation.DSMT4">
                  <p:embed/>
                </p:oleObj>
              </mc:Choice>
              <mc:Fallback>
                <p:oleObj name="Equation" r:id="rId21" imgW="241200" imgH="203040" progId="Equation.DSMT4">
                  <p:embed/>
                  <p:pic>
                    <p:nvPicPr>
                      <p:cNvPr id="0" name=""/>
                      <p:cNvPicPr/>
                      <p:nvPr/>
                    </p:nvPicPr>
                    <p:blipFill>
                      <a:blip r:embed="rId22"/>
                      <a:stretch>
                        <a:fillRect/>
                      </a:stretch>
                    </p:blipFill>
                    <p:spPr>
                      <a:xfrm>
                        <a:off x="4495800" y="4195763"/>
                        <a:ext cx="423863" cy="357187"/>
                      </a:xfrm>
                      <a:prstGeom prst="rect">
                        <a:avLst/>
                      </a:prstGeom>
                    </p:spPr>
                  </p:pic>
                </p:oleObj>
              </mc:Fallback>
            </mc:AlternateContent>
          </a:graphicData>
        </a:graphic>
      </p:graphicFrame>
      <p:graphicFrame>
        <p:nvGraphicFramePr>
          <p:cNvPr id="15" name="对象 14"/>
          <p:cNvGraphicFramePr>
            <a:graphicFrameLocks noChangeAspect="1"/>
          </p:cNvGraphicFramePr>
          <p:nvPr>
            <p:extLst>
              <p:ext uri="{D42A27DB-BD31-4B8C-83A1-F6EECF244321}">
                <p14:modId xmlns:p14="http://schemas.microsoft.com/office/powerpoint/2010/main" val="40125807"/>
              </p:ext>
            </p:extLst>
          </p:nvPr>
        </p:nvGraphicFramePr>
        <p:xfrm>
          <a:off x="6447559" y="4478478"/>
          <a:ext cx="446088" cy="357187"/>
        </p:xfrm>
        <a:graphic>
          <a:graphicData uri="http://schemas.openxmlformats.org/presentationml/2006/ole">
            <mc:AlternateContent xmlns:mc="http://schemas.openxmlformats.org/markup-compatibility/2006">
              <mc:Choice xmlns:v="urn:schemas-microsoft-com:vml" Requires="v">
                <p:oleObj spid="_x0000_s5665" name="Equation" r:id="rId23" imgW="253800" imgH="203040" progId="Equation.DSMT4">
                  <p:embed/>
                </p:oleObj>
              </mc:Choice>
              <mc:Fallback>
                <p:oleObj name="Equation" r:id="rId23" imgW="253800" imgH="203040" progId="Equation.DSMT4">
                  <p:embed/>
                  <p:pic>
                    <p:nvPicPr>
                      <p:cNvPr id="0" name=""/>
                      <p:cNvPicPr/>
                      <p:nvPr/>
                    </p:nvPicPr>
                    <p:blipFill>
                      <a:blip r:embed="rId24"/>
                      <a:stretch>
                        <a:fillRect/>
                      </a:stretch>
                    </p:blipFill>
                    <p:spPr>
                      <a:xfrm>
                        <a:off x="6447559" y="4478478"/>
                        <a:ext cx="446088" cy="357187"/>
                      </a:xfrm>
                      <a:prstGeom prst="rect">
                        <a:avLst/>
                      </a:prstGeom>
                    </p:spPr>
                  </p:pic>
                </p:oleObj>
              </mc:Fallback>
            </mc:AlternateContent>
          </a:graphicData>
        </a:graphic>
      </p:graphicFrame>
      <p:graphicFrame>
        <p:nvGraphicFramePr>
          <p:cNvPr id="16" name="对象 15"/>
          <p:cNvGraphicFramePr>
            <a:graphicFrameLocks noChangeAspect="1"/>
          </p:cNvGraphicFramePr>
          <p:nvPr>
            <p:extLst>
              <p:ext uri="{D42A27DB-BD31-4B8C-83A1-F6EECF244321}">
                <p14:modId xmlns:p14="http://schemas.microsoft.com/office/powerpoint/2010/main" val="91251627"/>
              </p:ext>
            </p:extLst>
          </p:nvPr>
        </p:nvGraphicFramePr>
        <p:xfrm>
          <a:off x="1030864" y="5195093"/>
          <a:ext cx="893762" cy="357187"/>
        </p:xfrm>
        <a:graphic>
          <a:graphicData uri="http://schemas.openxmlformats.org/presentationml/2006/ole">
            <mc:AlternateContent xmlns:mc="http://schemas.openxmlformats.org/markup-compatibility/2006">
              <mc:Choice xmlns:v="urn:schemas-microsoft-com:vml" Requires="v">
                <p:oleObj spid="_x0000_s5666" name="Equation" r:id="rId25" imgW="507960" imgH="203040" progId="Equation.DSMT4">
                  <p:embed/>
                </p:oleObj>
              </mc:Choice>
              <mc:Fallback>
                <p:oleObj name="Equation" r:id="rId25" imgW="507960" imgH="203040" progId="Equation.DSMT4">
                  <p:embed/>
                  <p:pic>
                    <p:nvPicPr>
                      <p:cNvPr id="0" name=""/>
                      <p:cNvPicPr/>
                      <p:nvPr/>
                    </p:nvPicPr>
                    <p:blipFill>
                      <a:blip r:embed="rId26"/>
                      <a:stretch>
                        <a:fillRect/>
                      </a:stretch>
                    </p:blipFill>
                    <p:spPr>
                      <a:xfrm>
                        <a:off x="1030864" y="5195093"/>
                        <a:ext cx="893762" cy="357187"/>
                      </a:xfrm>
                      <a:prstGeom prst="rect">
                        <a:avLst/>
                      </a:prstGeom>
                    </p:spPr>
                  </p:pic>
                </p:oleObj>
              </mc:Fallback>
            </mc:AlternateContent>
          </a:graphicData>
        </a:graphic>
      </p:graphicFrame>
      <p:graphicFrame>
        <p:nvGraphicFramePr>
          <p:cNvPr id="17" name="对象 16"/>
          <p:cNvGraphicFramePr>
            <a:graphicFrameLocks noChangeAspect="1"/>
          </p:cNvGraphicFramePr>
          <p:nvPr>
            <p:extLst>
              <p:ext uri="{D42A27DB-BD31-4B8C-83A1-F6EECF244321}">
                <p14:modId xmlns:p14="http://schemas.microsoft.com/office/powerpoint/2010/main" val="164667484"/>
              </p:ext>
            </p:extLst>
          </p:nvPr>
        </p:nvGraphicFramePr>
        <p:xfrm>
          <a:off x="1353413" y="5573857"/>
          <a:ext cx="266700" cy="244475"/>
        </p:xfrm>
        <a:graphic>
          <a:graphicData uri="http://schemas.openxmlformats.org/presentationml/2006/ole">
            <mc:AlternateContent xmlns:mc="http://schemas.openxmlformats.org/markup-compatibility/2006">
              <mc:Choice xmlns:v="urn:schemas-microsoft-com:vml" Requires="v">
                <p:oleObj spid="_x0000_s5667" name="Equation" r:id="rId27" imgW="152280" imgH="139680" progId="Equation.DSMT4">
                  <p:embed/>
                </p:oleObj>
              </mc:Choice>
              <mc:Fallback>
                <p:oleObj name="Equation" r:id="rId27" imgW="152280" imgH="139680" progId="Equation.DSMT4">
                  <p:embed/>
                  <p:pic>
                    <p:nvPicPr>
                      <p:cNvPr id="0" name=""/>
                      <p:cNvPicPr/>
                      <p:nvPr/>
                    </p:nvPicPr>
                    <p:blipFill>
                      <a:blip r:embed="rId28"/>
                      <a:stretch>
                        <a:fillRect/>
                      </a:stretch>
                    </p:blipFill>
                    <p:spPr>
                      <a:xfrm>
                        <a:off x="1353413" y="5573857"/>
                        <a:ext cx="266700" cy="244475"/>
                      </a:xfrm>
                      <a:prstGeom prst="rect">
                        <a:avLst/>
                      </a:prstGeom>
                    </p:spPr>
                  </p:pic>
                </p:oleObj>
              </mc:Fallback>
            </mc:AlternateContent>
          </a:graphicData>
        </a:graphic>
      </p:graphicFrame>
    </p:spTree>
    <p:extLst>
      <p:ext uri="{BB962C8B-B14F-4D97-AF65-F5344CB8AC3E}">
        <p14:creationId xmlns:p14="http://schemas.microsoft.com/office/powerpoint/2010/main" val="40002029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2.2 Context-free Grammar – Derivations</a:t>
            </a:r>
            <a:endParaRPr lang="zh-CN" altLang="en-US" dirty="0"/>
          </a:p>
        </p:txBody>
      </p:sp>
      <p:sp>
        <p:nvSpPr>
          <p:cNvPr id="3" name="内容占位符 2"/>
          <p:cNvSpPr>
            <a:spLocks noGrp="1"/>
          </p:cNvSpPr>
          <p:nvPr>
            <p:ph idx="1"/>
          </p:nvPr>
        </p:nvSpPr>
        <p:spPr/>
        <p:txBody>
          <a:bodyPr>
            <a:normAutofit/>
          </a:bodyPr>
          <a:lstStyle/>
          <a:p>
            <a:r>
              <a:rPr lang="en-US" altLang="zh-CN" sz="2000" dirty="0"/>
              <a:t>Note that a </a:t>
            </a:r>
            <a:r>
              <a:rPr lang="en-US" altLang="zh-CN" sz="2000" i="1" dirty="0">
                <a:solidFill>
                  <a:srgbClr val="FF0000"/>
                </a:solidFill>
              </a:rPr>
              <a:t>sentential form </a:t>
            </a:r>
            <a:r>
              <a:rPr lang="en-US" altLang="zh-CN" sz="2000" dirty="0"/>
              <a:t>may contain both </a:t>
            </a:r>
            <a:r>
              <a:rPr lang="en-US" altLang="zh-CN" sz="2000" dirty="0">
                <a:solidFill>
                  <a:srgbClr val="7030A0"/>
                </a:solidFill>
              </a:rPr>
              <a:t>terminals</a:t>
            </a:r>
            <a:r>
              <a:rPr lang="en-US" altLang="zh-CN" sz="2000" dirty="0"/>
              <a:t> and </a:t>
            </a:r>
            <a:r>
              <a:rPr lang="en-US" altLang="zh-CN" sz="2000" dirty="0" err="1">
                <a:solidFill>
                  <a:srgbClr val="7030A0"/>
                </a:solidFill>
              </a:rPr>
              <a:t>nonterminals</a:t>
            </a:r>
            <a:r>
              <a:rPr lang="en-US" altLang="zh-CN" sz="2000" dirty="0"/>
              <a:t>, and may be empty. A </a:t>
            </a:r>
            <a:r>
              <a:rPr lang="en-US" altLang="zh-CN" sz="2000" i="1" dirty="0">
                <a:solidFill>
                  <a:srgbClr val="FF0000"/>
                </a:solidFill>
              </a:rPr>
              <a:t>sentence</a:t>
            </a:r>
            <a:r>
              <a:rPr lang="en-US" altLang="zh-CN" sz="2000" dirty="0"/>
              <a:t> of </a:t>
            </a:r>
            <a:r>
              <a:rPr lang="en-US" altLang="zh-CN" sz="2000" i="1" dirty="0"/>
              <a:t>G</a:t>
            </a:r>
            <a:r>
              <a:rPr lang="en-US" altLang="zh-CN" sz="2000" dirty="0"/>
              <a:t> is a sentential form with no </a:t>
            </a:r>
            <a:r>
              <a:rPr lang="en-US" altLang="zh-CN" sz="2000" dirty="0" err="1"/>
              <a:t>nonterminals</a:t>
            </a:r>
            <a:r>
              <a:rPr lang="en-US" altLang="zh-CN" sz="2000" dirty="0"/>
              <a:t>. The language generated by a grammar </a:t>
            </a:r>
            <a:r>
              <a:rPr lang="en-US" altLang="zh-CN" sz="2000" i="1" dirty="0"/>
              <a:t>G</a:t>
            </a:r>
            <a:r>
              <a:rPr lang="en-US" altLang="zh-CN" sz="2000" dirty="0"/>
              <a:t> is its set of sentences, denoted by </a:t>
            </a:r>
            <a:r>
              <a:rPr lang="en-US" altLang="zh-CN" sz="2000" i="1" dirty="0"/>
              <a:t>L(G) </a:t>
            </a:r>
            <a:r>
              <a:rPr lang="en-US" altLang="zh-CN" sz="2000" dirty="0"/>
              <a:t>.</a:t>
            </a:r>
          </a:p>
          <a:p>
            <a:pPr marL="0" indent="0">
              <a:buNone/>
            </a:pPr>
            <a:endParaRPr lang="en-US" altLang="zh-CN" sz="2000" dirty="0"/>
          </a:p>
          <a:p>
            <a:r>
              <a:rPr lang="en-US" altLang="zh-CN" sz="2000" dirty="0"/>
              <a:t> Thus, a string of terminals </a:t>
            </a:r>
            <a:r>
              <a:rPr lang="en-US" altLang="zh-CN" sz="2000" i="1" dirty="0"/>
              <a:t>w</a:t>
            </a:r>
            <a:r>
              <a:rPr lang="en-US" altLang="zh-CN" sz="2000" dirty="0"/>
              <a:t> is in </a:t>
            </a:r>
            <a:r>
              <a:rPr lang="en-US" altLang="zh-CN" sz="2000" i="1" dirty="0"/>
              <a:t>L(G) </a:t>
            </a:r>
            <a:r>
              <a:rPr lang="en-US" altLang="zh-CN" sz="2000" dirty="0"/>
              <a:t>, if and only if </a:t>
            </a:r>
            <a:r>
              <a:rPr lang="en-US" altLang="zh-CN" sz="2000" i="1" dirty="0"/>
              <a:t>w</a:t>
            </a:r>
            <a:r>
              <a:rPr lang="en-US" altLang="zh-CN" sz="2000" dirty="0"/>
              <a:t> is a sentence of </a:t>
            </a:r>
            <a:r>
              <a:rPr lang="en-US" altLang="zh-CN" sz="2000" i="1" dirty="0"/>
              <a:t>G</a:t>
            </a:r>
            <a:r>
              <a:rPr lang="en-US" altLang="zh-CN" sz="2000" dirty="0"/>
              <a:t> (or             ). If two grammars generate the same language, the grammars are said to be equivalent.</a:t>
            </a:r>
            <a:endParaRPr lang="zh-CN" altLang="en-US" sz="2000" dirty="0"/>
          </a:p>
        </p:txBody>
      </p:sp>
      <p:graphicFrame>
        <p:nvGraphicFramePr>
          <p:cNvPr id="4" name="对象 3"/>
          <p:cNvGraphicFramePr>
            <a:graphicFrameLocks noChangeAspect="1"/>
          </p:cNvGraphicFramePr>
          <p:nvPr>
            <p:extLst>
              <p:ext uri="{D42A27DB-BD31-4B8C-83A1-F6EECF244321}">
                <p14:modId xmlns:p14="http://schemas.microsoft.com/office/powerpoint/2010/main" val="1942493482"/>
              </p:ext>
            </p:extLst>
          </p:nvPr>
        </p:nvGraphicFramePr>
        <p:xfrm>
          <a:off x="3168587" y="3864480"/>
          <a:ext cx="893762" cy="357187"/>
        </p:xfrm>
        <a:graphic>
          <a:graphicData uri="http://schemas.openxmlformats.org/presentationml/2006/ole">
            <mc:AlternateContent xmlns:mc="http://schemas.openxmlformats.org/markup-compatibility/2006">
              <mc:Choice xmlns:v="urn:schemas-microsoft-com:vml" Requires="v">
                <p:oleObj spid="_x0000_s6213" name="Equation" r:id="rId3" imgW="507960" imgH="203040" progId="Equation.DSMT4">
                  <p:embed/>
                </p:oleObj>
              </mc:Choice>
              <mc:Fallback>
                <p:oleObj name="Equation" r:id="rId3" imgW="507960" imgH="203040" progId="Equation.DSMT4">
                  <p:embed/>
                  <p:pic>
                    <p:nvPicPr>
                      <p:cNvPr id="0" name=""/>
                      <p:cNvPicPr/>
                      <p:nvPr/>
                    </p:nvPicPr>
                    <p:blipFill>
                      <a:blip r:embed="rId4"/>
                      <a:stretch>
                        <a:fillRect/>
                      </a:stretch>
                    </p:blipFill>
                    <p:spPr>
                      <a:xfrm>
                        <a:off x="3168587" y="3864480"/>
                        <a:ext cx="893762" cy="357187"/>
                      </a:xfrm>
                      <a:prstGeom prst="rect">
                        <a:avLst/>
                      </a:prstGeom>
                    </p:spPr>
                  </p:pic>
                </p:oleObj>
              </mc:Fallback>
            </mc:AlternateContent>
          </a:graphicData>
        </a:graphic>
      </p:graphicFrame>
      <p:graphicFrame>
        <p:nvGraphicFramePr>
          <p:cNvPr id="5" name="对象 4"/>
          <p:cNvGraphicFramePr>
            <a:graphicFrameLocks noChangeAspect="1"/>
          </p:cNvGraphicFramePr>
          <p:nvPr>
            <p:extLst>
              <p:ext uri="{D42A27DB-BD31-4B8C-83A1-F6EECF244321}">
                <p14:modId xmlns:p14="http://schemas.microsoft.com/office/powerpoint/2010/main" val="1859823461"/>
              </p:ext>
            </p:extLst>
          </p:nvPr>
        </p:nvGraphicFramePr>
        <p:xfrm>
          <a:off x="2459616" y="3049443"/>
          <a:ext cx="4121057" cy="566593"/>
        </p:xfrm>
        <a:graphic>
          <a:graphicData uri="http://schemas.openxmlformats.org/presentationml/2006/ole">
            <mc:AlternateContent xmlns:mc="http://schemas.openxmlformats.org/markup-compatibility/2006">
              <mc:Choice xmlns:v="urn:schemas-microsoft-com:vml" Requires="v">
                <p:oleObj spid="_x0000_s6214" name="Equation" r:id="rId5" imgW="1752480" imgH="241200" progId="Equation.DSMT4">
                  <p:embed/>
                </p:oleObj>
              </mc:Choice>
              <mc:Fallback>
                <p:oleObj name="Equation" r:id="rId5" imgW="1752480" imgH="241200" progId="Equation.DSMT4">
                  <p:embed/>
                  <p:pic>
                    <p:nvPicPr>
                      <p:cNvPr id="0" name=""/>
                      <p:cNvPicPr/>
                      <p:nvPr/>
                    </p:nvPicPr>
                    <p:blipFill>
                      <a:blip r:embed="rId6"/>
                      <a:stretch>
                        <a:fillRect/>
                      </a:stretch>
                    </p:blipFill>
                    <p:spPr>
                      <a:xfrm>
                        <a:off x="2459616" y="3049443"/>
                        <a:ext cx="4121057" cy="566593"/>
                      </a:xfrm>
                      <a:prstGeom prst="rect">
                        <a:avLst/>
                      </a:prstGeom>
                    </p:spPr>
                  </p:pic>
                </p:oleObj>
              </mc:Fallback>
            </mc:AlternateContent>
          </a:graphicData>
        </a:graphic>
      </p:graphicFrame>
    </p:spTree>
    <p:extLst>
      <p:ext uri="{BB962C8B-B14F-4D97-AF65-F5344CB8AC3E}">
        <p14:creationId xmlns:p14="http://schemas.microsoft.com/office/powerpoint/2010/main" val="2305853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2.2 Context-free Grammar – Derivations</a:t>
            </a:r>
            <a:endParaRPr lang="zh-CN" altLang="en-US" dirty="0"/>
          </a:p>
        </p:txBody>
      </p:sp>
      <p:sp>
        <p:nvSpPr>
          <p:cNvPr id="3" name="内容占位符 2"/>
          <p:cNvSpPr>
            <a:spLocks noGrp="1"/>
          </p:cNvSpPr>
          <p:nvPr>
            <p:ph idx="1"/>
          </p:nvPr>
        </p:nvSpPr>
        <p:spPr/>
        <p:txBody>
          <a:bodyPr/>
          <a:lstStyle/>
          <a:p>
            <a:r>
              <a:rPr lang="en-US" altLang="zh-CN" sz="2000" dirty="0"/>
              <a:t>We consider derivations in which the nonterminal to be replaced at each step is chosen as follows:</a:t>
            </a:r>
          </a:p>
          <a:p>
            <a:r>
              <a:rPr lang="en-US" altLang="zh-CN" sz="1600" dirty="0"/>
              <a:t>1. In </a:t>
            </a:r>
            <a:r>
              <a:rPr lang="en-US" altLang="zh-CN" sz="1600" i="1" dirty="0">
                <a:solidFill>
                  <a:srgbClr val="7030A0"/>
                </a:solidFill>
              </a:rPr>
              <a:t>leftmost</a:t>
            </a:r>
            <a:r>
              <a:rPr lang="en-US" altLang="zh-CN" sz="1600" dirty="0">
                <a:solidFill>
                  <a:srgbClr val="7030A0"/>
                </a:solidFill>
              </a:rPr>
              <a:t> </a:t>
            </a:r>
            <a:r>
              <a:rPr lang="en-US" altLang="zh-CN" sz="1600" dirty="0"/>
              <a:t>derivations, the leftmost nonterminal in each sentential is always chosen. If            is a step in which the </a:t>
            </a:r>
            <a:r>
              <a:rPr lang="en-US" altLang="zh-CN" sz="1600" b="1" dirty="0">
                <a:solidFill>
                  <a:srgbClr val="7030A0"/>
                </a:solidFill>
              </a:rPr>
              <a:t>leftmost</a:t>
            </a:r>
            <a:r>
              <a:rPr lang="en-US" altLang="zh-CN" sz="1600" dirty="0">
                <a:solidFill>
                  <a:srgbClr val="7030A0"/>
                </a:solidFill>
              </a:rPr>
              <a:t> </a:t>
            </a:r>
            <a:r>
              <a:rPr lang="en-US" altLang="zh-CN" sz="1600" dirty="0"/>
              <a:t>nonterminal in    is replaced, we write </a:t>
            </a:r>
          </a:p>
          <a:p>
            <a:r>
              <a:rPr lang="en-US" altLang="zh-CN" sz="1600" dirty="0"/>
              <a:t>2. In </a:t>
            </a:r>
            <a:r>
              <a:rPr lang="en-US" altLang="zh-CN" sz="1600" i="1" dirty="0">
                <a:solidFill>
                  <a:srgbClr val="7030A0"/>
                </a:solidFill>
              </a:rPr>
              <a:t>rightmost</a:t>
            </a:r>
            <a:r>
              <a:rPr lang="en-US" altLang="zh-CN" sz="1600" dirty="0">
                <a:solidFill>
                  <a:srgbClr val="7030A0"/>
                </a:solidFill>
              </a:rPr>
              <a:t> </a:t>
            </a:r>
            <a:r>
              <a:rPr lang="en-US" altLang="zh-CN" sz="1600" dirty="0"/>
              <a:t>derivations, the rightmost nonterminal is always chosen; we write                 in this case.</a:t>
            </a:r>
          </a:p>
          <a:p>
            <a:r>
              <a:rPr lang="en-US" altLang="zh-CN" sz="1600" dirty="0"/>
              <a:t>Rightmost derivations are sometimes called </a:t>
            </a:r>
            <a:r>
              <a:rPr lang="en-US" altLang="zh-CN" sz="1600" i="1" dirty="0">
                <a:solidFill>
                  <a:srgbClr val="00B050"/>
                </a:solidFill>
              </a:rPr>
              <a:t>canonical</a:t>
            </a:r>
            <a:r>
              <a:rPr lang="en-US" altLang="zh-CN" sz="1600" dirty="0">
                <a:solidFill>
                  <a:srgbClr val="00B050"/>
                </a:solidFill>
              </a:rPr>
              <a:t> </a:t>
            </a:r>
            <a:r>
              <a:rPr lang="en-US" altLang="zh-CN" sz="1600" dirty="0"/>
              <a:t>derivations.</a:t>
            </a:r>
          </a:p>
        </p:txBody>
      </p:sp>
      <p:graphicFrame>
        <p:nvGraphicFramePr>
          <p:cNvPr id="4" name="对象 3"/>
          <p:cNvGraphicFramePr>
            <a:graphicFrameLocks noChangeAspect="1"/>
          </p:cNvGraphicFramePr>
          <p:nvPr>
            <p:extLst>
              <p:ext uri="{D42A27DB-BD31-4B8C-83A1-F6EECF244321}">
                <p14:modId xmlns:p14="http://schemas.microsoft.com/office/powerpoint/2010/main" val="1858248700"/>
              </p:ext>
            </p:extLst>
          </p:nvPr>
        </p:nvGraphicFramePr>
        <p:xfrm>
          <a:off x="2668299" y="2553712"/>
          <a:ext cx="677573" cy="292057"/>
        </p:xfrm>
        <a:graphic>
          <a:graphicData uri="http://schemas.openxmlformats.org/presentationml/2006/ole">
            <mc:AlternateContent xmlns:mc="http://schemas.openxmlformats.org/markup-compatibility/2006">
              <mc:Choice xmlns:v="urn:schemas-microsoft-com:vml" Requires="v">
                <p:oleObj spid="_x0000_s7294" name="Equation" r:id="rId3" imgW="469800" imgH="203040" progId="Equation.DSMT4">
                  <p:embed/>
                </p:oleObj>
              </mc:Choice>
              <mc:Fallback>
                <p:oleObj name="Equation" r:id="rId3" imgW="469800" imgH="203040" progId="Equation.DSMT4">
                  <p:embed/>
                  <p:pic>
                    <p:nvPicPr>
                      <p:cNvPr id="0" name=""/>
                      <p:cNvPicPr/>
                      <p:nvPr/>
                    </p:nvPicPr>
                    <p:blipFill>
                      <a:blip r:embed="rId4"/>
                      <a:stretch>
                        <a:fillRect/>
                      </a:stretch>
                    </p:blipFill>
                    <p:spPr>
                      <a:xfrm>
                        <a:off x="2668299" y="2553712"/>
                        <a:ext cx="677573" cy="292057"/>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1399166737"/>
              </p:ext>
            </p:extLst>
          </p:nvPr>
        </p:nvGraphicFramePr>
        <p:xfrm>
          <a:off x="7819015" y="2589336"/>
          <a:ext cx="219075" cy="200025"/>
        </p:xfrm>
        <a:graphic>
          <a:graphicData uri="http://schemas.openxmlformats.org/presentationml/2006/ole">
            <mc:AlternateContent xmlns:mc="http://schemas.openxmlformats.org/markup-compatibility/2006">
              <mc:Choice xmlns:v="urn:schemas-microsoft-com:vml" Requires="v">
                <p:oleObj spid="_x0000_s7295" name="Equation" r:id="rId5" imgW="152280" imgH="139680" progId="Equation.DSMT4">
                  <p:embed/>
                </p:oleObj>
              </mc:Choice>
              <mc:Fallback>
                <p:oleObj name="Equation" r:id="rId5" imgW="152280" imgH="139680" progId="Equation.DSMT4">
                  <p:embed/>
                  <p:pic>
                    <p:nvPicPr>
                      <p:cNvPr id="0" name=""/>
                      <p:cNvPicPr/>
                      <p:nvPr/>
                    </p:nvPicPr>
                    <p:blipFill>
                      <a:blip r:embed="rId6"/>
                      <a:stretch>
                        <a:fillRect/>
                      </a:stretch>
                    </p:blipFill>
                    <p:spPr>
                      <a:xfrm>
                        <a:off x="7819015" y="2589336"/>
                        <a:ext cx="219075" cy="200025"/>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935007499"/>
              </p:ext>
            </p:extLst>
          </p:nvPr>
        </p:nvGraphicFramePr>
        <p:xfrm>
          <a:off x="2828060" y="2761384"/>
          <a:ext cx="842963" cy="328613"/>
        </p:xfrm>
        <a:graphic>
          <a:graphicData uri="http://schemas.openxmlformats.org/presentationml/2006/ole">
            <mc:AlternateContent xmlns:mc="http://schemas.openxmlformats.org/markup-compatibility/2006">
              <mc:Choice xmlns:v="urn:schemas-microsoft-com:vml" Requires="v">
                <p:oleObj spid="_x0000_s7296" name="Equation" r:id="rId7" imgW="583920" imgH="228600" progId="Equation.DSMT4">
                  <p:embed/>
                </p:oleObj>
              </mc:Choice>
              <mc:Fallback>
                <p:oleObj name="Equation" r:id="rId7" imgW="583920" imgH="228600" progId="Equation.DSMT4">
                  <p:embed/>
                  <p:pic>
                    <p:nvPicPr>
                      <p:cNvPr id="0" name=""/>
                      <p:cNvPicPr/>
                      <p:nvPr/>
                    </p:nvPicPr>
                    <p:blipFill>
                      <a:blip r:embed="rId8"/>
                      <a:stretch>
                        <a:fillRect/>
                      </a:stretch>
                    </p:blipFill>
                    <p:spPr>
                      <a:xfrm>
                        <a:off x="2828060" y="2761384"/>
                        <a:ext cx="842963" cy="328613"/>
                      </a:xfrm>
                      <a:prstGeom prst="rect">
                        <a:avLst/>
                      </a:prstGeom>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3304854569"/>
              </p:ext>
            </p:extLst>
          </p:nvPr>
        </p:nvGraphicFramePr>
        <p:xfrm>
          <a:off x="1620838" y="3370263"/>
          <a:ext cx="862012" cy="328612"/>
        </p:xfrm>
        <a:graphic>
          <a:graphicData uri="http://schemas.openxmlformats.org/presentationml/2006/ole">
            <mc:AlternateContent xmlns:mc="http://schemas.openxmlformats.org/markup-compatibility/2006">
              <mc:Choice xmlns:v="urn:schemas-microsoft-com:vml" Requires="v">
                <p:oleObj spid="_x0000_s7297" name="Equation" r:id="rId9" imgW="596880" imgH="228600" progId="Equation.DSMT4">
                  <p:embed/>
                </p:oleObj>
              </mc:Choice>
              <mc:Fallback>
                <p:oleObj name="Equation" r:id="rId9" imgW="596880" imgH="228600" progId="Equation.DSMT4">
                  <p:embed/>
                  <p:pic>
                    <p:nvPicPr>
                      <p:cNvPr id="0" name=""/>
                      <p:cNvPicPr/>
                      <p:nvPr/>
                    </p:nvPicPr>
                    <p:blipFill>
                      <a:blip r:embed="rId10"/>
                      <a:stretch>
                        <a:fillRect/>
                      </a:stretch>
                    </p:blipFill>
                    <p:spPr>
                      <a:xfrm>
                        <a:off x="1620838" y="3370263"/>
                        <a:ext cx="862012" cy="328612"/>
                      </a:xfrm>
                      <a:prstGeom prst="rect">
                        <a:avLst/>
                      </a:prstGeom>
                    </p:spPr>
                  </p:pic>
                </p:oleObj>
              </mc:Fallback>
            </mc:AlternateContent>
          </a:graphicData>
        </a:graphic>
      </p:graphicFrame>
    </p:spTree>
    <p:extLst>
      <p:ext uri="{BB962C8B-B14F-4D97-AF65-F5344CB8AC3E}">
        <p14:creationId xmlns:p14="http://schemas.microsoft.com/office/powerpoint/2010/main" val="29383398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Parse Tree</a:t>
            </a:r>
            <a:endParaRPr lang="zh-CN" altLang="en-US" dirty="0"/>
          </a:p>
        </p:txBody>
      </p:sp>
      <p:sp>
        <p:nvSpPr>
          <p:cNvPr id="3" name="内容占位符 2"/>
          <p:cNvSpPr>
            <a:spLocks noGrp="1"/>
          </p:cNvSpPr>
          <p:nvPr>
            <p:ph idx="1"/>
          </p:nvPr>
        </p:nvSpPr>
        <p:spPr>
          <a:xfrm>
            <a:off x="828675" y="1600200"/>
            <a:ext cx="7486650" cy="997527"/>
          </a:xfrm>
        </p:spPr>
        <p:txBody>
          <a:bodyPr/>
          <a:lstStyle/>
          <a:p>
            <a:r>
              <a:rPr lang="en-US" altLang="zh-CN" dirty="0"/>
              <a:t>A parse tree pictorially shows how the start symbol of a grammar derives a string in the language. If nonterminal </a:t>
            </a:r>
            <a:r>
              <a:rPr lang="en-US" altLang="zh-CN" i="1" dirty="0"/>
              <a:t>A</a:t>
            </a:r>
            <a:r>
              <a:rPr lang="en-US" altLang="zh-CN" dirty="0"/>
              <a:t> has a production              , then a parse tree may have an interior node labeled A with three children labeled X, Y, and Z, from left to right:</a:t>
            </a:r>
            <a:endParaRPr lang="zh-CN" altLang="en-US" dirty="0"/>
          </a:p>
        </p:txBody>
      </p:sp>
      <p:graphicFrame>
        <p:nvGraphicFramePr>
          <p:cNvPr id="4" name="对象 3"/>
          <p:cNvGraphicFramePr>
            <a:graphicFrameLocks noChangeAspect="1"/>
          </p:cNvGraphicFramePr>
          <p:nvPr>
            <p:extLst>
              <p:ext uri="{D42A27DB-BD31-4B8C-83A1-F6EECF244321}">
                <p14:modId xmlns:p14="http://schemas.microsoft.com/office/powerpoint/2010/main" val="3541159955"/>
              </p:ext>
            </p:extLst>
          </p:nvPr>
        </p:nvGraphicFramePr>
        <p:xfrm>
          <a:off x="6192982" y="1839638"/>
          <a:ext cx="755424" cy="207371"/>
        </p:xfrm>
        <a:graphic>
          <a:graphicData uri="http://schemas.openxmlformats.org/presentationml/2006/ole">
            <mc:AlternateContent xmlns:mc="http://schemas.openxmlformats.org/markup-compatibility/2006">
              <mc:Choice xmlns:v="urn:schemas-microsoft-com:vml" Requires="v">
                <p:oleObj spid="_x0000_s9291" name="Equation" r:id="rId3" imgW="647640" imgH="177480" progId="Equation.DSMT4">
                  <p:embed/>
                </p:oleObj>
              </mc:Choice>
              <mc:Fallback>
                <p:oleObj name="Equation" r:id="rId3" imgW="647640" imgH="177480" progId="Equation.DSMT4">
                  <p:embed/>
                  <p:pic>
                    <p:nvPicPr>
                      <p:cNvPr id="0" name=""/>
                      <p:cNvPicPr/>
                      <p:nvPr/>
                    </p:nvPicPr>
                    <p:blipFill>
                      <a:blip r:embed="rId4"/>
                      <a:stretch>
                        <a:fillRect/>
                      </a:stretch>
                    </p:blipFill>
                    <p:spPr>
                      <a:xfrm>
                        <a:off x="6192982" y="1839638"/>
                        <a:ext cx="755424" cy="207371"/>
                      </a:xfrm>
                      <a:prstGeom prst="rect">
                        <a:avLst/>
                      </a:prstGeom>
                    </p:spPr>
                  </p:pic>
                </p:oleObj>
              </mc:Fallback>
            </mc:AlternateContent>
          </a:graphicData>
        </a:graphic>
      </p:graphicFrame>
      <p:sp>
        <p:nvSpPr>
          <p:cNvPr id="5" name="文本框 4"/>
          <p:cNvSpPr txBox="1"/>
          <p:nvPr/>
        </p:nvSpPr>
        <p:spPr>
          <a:xfrm>
            <a:off x="4571431" y="2306782"/>
            <a:ext cx="300082" cy="369332"/>
          </a:xfrm>
          <a:prstGeom prst="rect">
            <a:avLst/>
          </a:prstGeom>
          <a:noFill/>
        </p:spPr>
        <p:txBody>
          <a:bodyPr wrap="none" rtlCol="0">
            <a:spAutoFit/>
          </a:bodyPr>
          <a:lstStyle/>
          <a:p>
            <a:r>
              <a:rPr lang="en-US" altLang="zh-CN" dirty="0"/>
              <a:t>A</a:t>
            </a:r>
            <a:endParaRPr lang="zh-CN" altLang="en-US" dirty="0"/>
          </a:p>
        </p:txBody>
      </p:sp>
      <p:sp>
        <p:nvSpPr>
          <p:cNvPr id="6" name="文本框 5"/>
          <p:cNvSpPr txBox="1"/>
          <p:nvPr/>
        </p:nvSpPr>
        <p:spPr>
          <a:xfrm>
            <a:off x="4121159" y="2816240"/>
            <a:ext cx="300082" cy="369332"/>
          </a:xfrm>
          <a:prstGeom prst="rect">
            <a:avLst/>
          </a:prstGeom>
          <a:noFill/>
        </p:spPr>
        <p:txBody>
          <a:bodyPr wrap="none" rtlCol="0">
            <a:spAutoFit/>
          </a:bodyPr>
          <a:lstStyle/>
          <a:p>
            <a:r>
              <a:rPr lang="en-US" altLang="zh-CN" dirty="0"/>
              <a:t>X</a:t>
            </a:r>
            <a:endParaRPr lang="zh-CN" altLang="en-US" dirty="0"/>
          </a:p>
        </p:txBody>
      </p:sp>
      <p:sp>
        <p:nvSpPr>
          <p:cNvPr id="7" name="文本框 6"/>
          <p:cNvSpPr txBox="1"/>
          <p:nvPr/>
        </p:nvSpPr>
        <p:spPr>
          <a:xfrm>
            <a:off x="4571282" y="2789587"/>
            <a:ext cx="300082" cy="369332"/>
          </a:xfrm>
          <a:prstGeom prst="rect">
            <a:avLst/>
          </a:prstGeom>
          <a:noFill/>
        </p:spPr>
        <p:txBody>
          <a:bodyPr wrap="none" rtlCol="0">
            <a:spAutoFit/>
          </a:bodyPr>
          <a:lstStyle/>
          <a:p>
            <a:r>
              <a:rPr lang="en-US" altLang="zh-CN" dirty="0"/>
              <a:t>Y</a:t>
            </a:r>
            <a:endParaRPr lang="zh-CN" altLang="en-US" dirty="0"/>
          </a:p>
        </p:txBody>
      </p:sp>
      <p:sp>
        <p:nvSpPr>
          <p:cNvPr id="8" name="文本框 7"/>
          <p:cNvSpPr txBox="1"/>
          <p:nvPr/>
        </p:nvSpPr>
        <p:spPr>
          <a:xfrm>
            <a:off x="5021554" y="2801467"/>
            <a:ext cx="300082" cy="369332"/>
          </a:xfrm>
          <a:prstGeom prst="rect">
            <a:avLst/>
          </a:prstGeom>
          <a:noFill/>
        </p:spPr>
        <p:txBody>
          <a:bodyPr wrap="none" rtlCol="0">
            <a:spAutoFit/>
          </a:bodyPr>
          <a:lstStyle/>
          <a:p>
            <a:r>
              <a:rPr lang="en-US" altLang="zh-CN" dirty="0"/>
              <a:t>Z</a:t>
            </a:r>
            <a:endParaRPr lang="zh-CN" altLang="en-US" dirty="0"/>
          </a:p>
        </p:txBody>
      </p:sp>
      <p:cxnSp>
        <p:nvCxnSpPr>
          <p:cNvPr id="10" name="直接连接符 9"/>
          <p:cNvCxnSpPr>
            <a:stCxn id="5" idx="2"/>
          </p:cNvCxnSpPr>
          <p:nvPr/>
        </p:nvCxnSpPr>
        <p:spPr>
          <a:xfrm flipH="1">
            <a:off x="4271200" y="2676114"/>
            <a:ext cx="450272" cy="20580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2" name="直接连接符 11"/>
          <p:cNvCxnSpPr/>
          <p:nvPr/>
        </p:nvCxnSpPr>
        <p:spPr>
          <a:xfrm>
            <a:off x="4721472" y="2697254"/>
            <a:ext cx="0" cy="18466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a:off x="4721323" y="2676114"/>
            <a:ext cx="450272" cy="22694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矩形 15"/>
          <p:cNvSpPr/>
          <p:nvPr/>
        </p:nvSpPr>
        <p:spPr>
          <a:xfrm>
            <a:off x="828675" y="3444905"/>
            <a:ext cx="7485512" cy="2320635"/>
          </a:xfrm>
          <a:prstGeom prst="rect">
            <a:avLst/>
          </a:prstGeom>
        </p:spPr>
        <p:txBody>
          <a:bodyPr wrap="square">
            <a:spAutoFit/>
          </a:bodyPr>
          <a:lstStyle/>
          <a:p>
            <a:pPr marL="171450" indent="-171450" defTabSz="685800">
              <a:lnSpc>
                <a:spcPct val="90000"/>
              </a:lnSpc>
              <a:spcBef>
                <a:spcPts val="1350"/>
              </a:spcBef>
              <a:buFont typeface="Wingdings" panose="05000000000000000000" pitchFamily="2" charset="2"/>
              <a:buChar char="§"/>
            </a:pPr>
            <a:r>
              <a:rPr lang="en-US" altLang="zh-CN" sz="1500" dirty="0">
                <a:latin typeface="微软雅黑" panose="020B0503020204020204" pitchFamily="34" charset="-122"/>
                <a:ea typeface="微软雅黑" panose="020B0503020204020204" pitchFamily="34" charset="-122"/>
              </a:rPr>
              <a:t>The root is labeled by the start symbol</a:t>
            </a:r>
          </a:p>
          <a:p>
            <a:pPr marL="171450" indent="-171450" defTabSz="685800">
              <a:lnSpc>
                <a:spcPct val="90000"/>
              </a:lnSpc>
              <a:spcBef>
                <a:spcPts val="1350"/>
              </a:spcBef>
              <a:buFont typeface="Wingdings" panose="05000000000000000000" pitchFamily="2" charset="2"/>
              <a:buChar char="§"/>
            </a:pPr>
            <a:r>
              <a:rPr lang="en-US" altLang="zh-CN" sz="1500" dirty="0">
                <a:latin typeface="微软雅黑" panose="020B0503020204020204" pitchFamily="34" charset="-122"/>
                <a:ea typeface="微软雅黑" panose="020B0503020204020204" pitchFamily="34" charset="-122"/>
              </a:rPr>
              <a:t>Each leaf is labeled by a terminal or by   </a:t>
            </a:r>
            <a:r>
              <a:rPr lang="en-US" altLang="zh-CN" sz="1600" dirty="0"/>
              <a:t>.</a:t>
            </a:r>
          </a:p>
          <a:p>
            <a:pPr marL="171450" indent="-171450" defTabSz="685800">
              <a:lnSpc>
                <a:spcPct val="90000"/>
              </a:lnSpc>
              <a:spcBef>
                <a:spcPts val="1350"/>
              </a:spcBef>
              <a:buFont typeface="Wingdings" panose="05000000000000000000" pitchFamily="2" charset="2"/>
              <a:buChar char="§"/>
            </a:pPr>
            <a:r>
              <a:rPr lang="en-US" altLang="zh-CN" sz="1500" dirty="0">
                <a:latin typeface="微软雅黑" panose="020B0503020204020204" pitchFamily="34" charset="-122"/>
                <a:ea typeface="微软雅黑" panose="020B0503020204020204" pitchFamily="34" charset="-122"/>
              </a:rPr>
              <a:t>Each interior node is labeled by a nonterminal</a:t>
            </a:r>
          </a:p>
          <a:p>
            <a:pPr marL="171450" indent="-171450" defTabSz="685800">
              <a:lnSpc>
                <a:spcPct val="90000"/>
              </a:lnSpc>
              <a:spcBef>
                <a:spcPts val="1350"/>
              </a:spcBef>
              <a:buFont typeface="Wingdings" panose="05000000000000000000" pitchFamily="2" charset="2"/>
              <a:buChar char="§"/>
            </a:pPr>
            <a:r>
              <a:rPr lang="en-US" altLang="zh-CN" sz="1500" dirty="0">
                <a:latin typeface="微软雅黑" panose="020B0503020204020204" pitchFamily="34" charset="-122"/>
                <a:ea typeface="微软雅黑" panose="020B0503020204020204" pitchFamily="34" charset="-122"/>
              </a:rPr>
              <a:t>If A is the nonterminal labeling some interior node and </a:t>
            </a:r>
            <a:r>
              <a:rPr lang="en-US" altLang="zh-CN" sz="1500" i="1" dirty="0">
                <a:latin typeface="微软雅黑" panose="020B0503020204020204" pitchFamily="34" charset="-122"/>
                <a:ea typeface="微软雅黑" panose="020B0503020204020204" pitchFamily="34" charset="-122"/>
              </a:rPr>
              <a:t>X</a:t>
            </a:r>
            <a:r>
              <a:rPr lang="en-US" altLang="zh-CN" sz="1500" i="1" baseline="-25000" dirty="0">
                <a:latin typeface="微软雅黑" panose="020B0503020204020204" pitchFamily="34" charset="-122"/>
                <a:ea typeface="微软雅黑" panose="020B0503020204020204" pitchFamily="34" charset="-122"/>
              </a:rPr>
              <a:t>l</a:t>
            </a:r>
            <a:r>
              <a:rPr lang="en-US" altLang="zh-CN" sz="1500" i="1" dirty="0">
                <a:latin typeface="微软雅黑" panose="020B0503020204020204" pitchFamily="34" charset="-122"/>
                <a:ea typeface="微软雅黑" panose="020B0503020204020204" pitchFamily="34" charset="-122"/>
              </a:rPr>
              <a:t> , X</a:t>
            </a:r>
            <a:r>
              <a:rPr lang="en-US" altLang="zh-CN" sz="1500" i="1" baseline="-25000" dirty="0">
                <a:latin typeface="微软雅黑" panose="020B0503020204020204" pitchFamily="34" charset="-122"/>
                <a:ea typeface="微软雅黑" panose="020B0503020204020204" pitchFamily="34" charset="-122"/>
              </a:rPr>
              <a:t>2</a:t>
            </a:r>
            <a:r>
              <a:rPr lang="en-US" altLang="zh-CN" sz="1500" i="1" dirty="0">
                <a:latin typeface="微软雅黑" panose="020B0503020204020204" pitchFamily="34" charset="-122"/>
                <a:ea typeface="微软雅黑" panose="020B0503020204020204" pitchFamily="34" charset="-122"/>
              </a:rPr>
              <a:t>, • • • , </a:t>
            </a:r>
            <a:r>
              <a:rPr lang="en-US" altLang="zh-CN" sz="1500" i="1" dirty="0" err="1">
                <a:latin typeface="微软雅黑" panose="020B0503020204020204" pitchFamily="34" charset="-122"/>
                <a:ea typeface="微软雅黑" panose="020B0503020204020204" pitchFamily="34" charset="-122"/>
              </a:rPr>
              <a:t>X</a:t>
            </a:r>
            <a:r>
              <a:rPr lang="en-US" altLang="zh-CN" sz="1500" i="1" baseline="-25000" dirty="0" err="1">
                <a:latin typeface="微软雅黑" panose="020B0503020204020204" pitchFamily="34" charset="-122"/>
                <a:ea typeface="微软雅黑" panose="020B0503020204020204" pitchFamily="34" charset="-122"/>
              </a:rPr>
              <a:t>n</a:t>
            </a:r>
            <a:r>
              <a:rPr lang="en-US" altLang="zh-CN" sz="1500" i="1" dirty="0">
                <a:latin typeface="微软雅黑" panose="020B0503020204020204" pitchFamily="34" charset="-122"/>
                <a:ea typeface="微软雅黑" panose="020B0503020204020204" pitchFamily="34" charset="-122"/>
              </a:rPr>
              <a:t> </a:t>
            </a:r>
            <a:r>
              <a:rPr lang="en-US" altLang="zh-CN" sz="1500" dirty="0">
                <a:latin typeface="微软雅黑" panose="020B0503020204020204" pitchFamily="34" charset="-122"/>
                <a:ea typeface="微软雅黑" panose="020B0503020204020204" pitchFamily="34" charset="-122"/>
              </a:rPr>
              <a:t>are the labels of the children of that node from left to right, then there must be a production                            . Here, </a:t>
            </a:r>
            <a:r>
              <a:rPr lang="en-US" altLang="zh-CN" sz="1500" i="1" dirty="0">
                <a:latin typeface="微软雅黑" panose="020B0503020204020204" pitchFamily="34" charset="-122"/>
                <a:ea typeface="微软雅黑" panose="020B0503020204020204" pitchFamily="34" charset="-122"/>
              </a:rPr>
              <a:t>X</a:t>
            </a:r>
            <a:r>
              <a:rPr lang="en-US" altLang="zh-CN" sz="1500" i="1" baseline="-25000" dirty="0">
                <a:latin typeface="微软雅黑" panose="020B0503020204020204" pitchFamily="34" charset="-122"/>
                <a:ea typeface="微软雅黑" panose="020B0503020204020204" pitchFamily="34" charset="-122"/>
              </a:rPr>
              <a:t>I</a:t>
            </a:r>
            <a:r>
              <a:rPr lang="en-US" altLang="zh-CN" sz="1500" i="1" dirty="0">
                <a:latin typeface="微软雅黑" panose="020B0503020204020204" pitchFamily="34" charset="-122"/>
                <a:ea typeface="微软雅黑" panose="020B0503020204020204" pitchFamily="34" charset="-122"/>
              </a:rPr>
              <a:t> , X</a:t>
            </a:r>
            <a:r>
              <a:rPr lang="en-US" altLang="zh-CN" sz="1500" i="1" baseline="-25000" dirty="0">
                <a:latin typeface="微软雅黑" panose="020B0503020204020204" pitchFamily="34" charset="-122"/>
                <a:ea typeface="微软雅黑" panose="020B0503020204020204" pitchFamily="34" charset="-122"/>
              </a:rPr>
              <a:t>2 </a:t>
            </a:r>
            <a:r>
              <a:rPr lang="en-US" altLang="zh-CN" sz="1500" i="1" dirty="0">
                <a:latin typeface="微软雅黑" panose="020B0503020204020204" pitchFamily="34" charset="-122"/>
                <a:ea typeface="微软雅黑" panose="020B0503020204020204" pitchFamily="34" charset="-122"/>
              </a:rPr>
              <a:t>, . . . , </a:t>
            </a:r>
            <a:r>
              <a:rPr lang="en-US" altLang="zh-CN" sz="1500" i="1" dirty="0" err="1">
                <a:latin typeface="微软雅黑" panose="020B0503020204020204" pitchFamily="34" charset="-122"/>
                <a:ea typeface="微软雅黑" panose="020B0503020204020204" pitchFamily="34" charset="-122"/>
              </a:rPr>
              <a:t>X</a:t>
            </a:r>
            <a:r>
              <a:rPr lang="en-US" altLang="zh-CN" sz="1500" i="1" baseline="-25000" dirty="0" err="1">
                <a:latin typeface="微软雅黑" panose="020B0503020204020204" pitchFamily="34" charset="-122"/>
                <a:ea typeface="微软雅黑" panose="020B0503020204020204" pitchFamily="34" charset="-122"/>
              </a:rPr>
              <a:t>n</a:t>
            </a:r>
            <a:r>
              <a:rPr lang="en-US" altLang="zh-CN" sz="1500" i="1" dirty="0">
                <a:latin typeface="微软雅黑" panose="020B0503020204020204" pitchFamily="34" charset="-122"/>
                <a:ea typeface="微软雅黑" panose="020B0503020204020204" pitchFamily="34" charset="-122"/>
              </a:rPr>
              <a:t> </a:t>
            </a:r>
            <a:r>
              <a:rPr lang="en-US" altLang="zh-CN" sz="1500" dirty="0">
                <a:latin typeface="微软雅黑" panose="020B0503020204020204" pitchFamily="34" charset="-122"/>
                <a:ea typeface="微软雅黑" panose="020B0503020204020204" pitchFamily="34" charset="-122"/>
              </a:rPr>
              <a:t>each stand for </a:t>
            </a:r>
            <a:r>
              <a:rPr lang="en-US" altLang="zh-CN" sz="1500" dirty="0" err="1">
                <a:latin typeface="微软雅黑" panose="020B0503020204020204" pitchFamily="34" charset="-122"/>
                <a:ea typeface="微软雅黑" panose="020B0503020204020204" pitchFamily="34" charset="-122"/>
              </a:rPr>
              <a:t>for</a:t>
            </a:r>
            <a:r>
              <a:rPr lang="en-US" altLang="zh-CN" sz="1500" dirty="0">
                <a:latin typeface="微软雅黑" panose="020B0503020204020204" pitchFamily="34" charset="-122"/>
                <a:ea typeface="微软雅黑" panose="020B0503020204020204" pitchFamily="34" charset="-122"/>
              </a:rPr>
              <a:t> a symbol that is either a terminal or a nonterminal . As a special case,  if             is a production, then a node labeled </a:t>
            </a:r>
            <a:r>
              <a:rPr lang="en-US" altLang="zh-CN" sz="1500" i="1" dirty="0">
                <a:latin typeface="微软雅黑" panose="020B0503020204020204" pitchFamily="34" charset="-122"/>
                <a:ea typeface="微软雅黑" panose="020B0503020204020204" pitchFamily="34" charset="-122"/>
              </a:rPr>
              <a:t>A</a:t>
            </a:r>
            <a:r>
              <a:rPr lang="en-US" altLang="zh-CN" sz="1500" dirty="0">
                <a:latin typeface="微软雅黑" panose="020B0503020204020204" pitchFamily="34" charset="-122"/>
                <a:ea typeface="微软雅黑" panose="020B0503020204020204" pitchFamily="34" charset="-122"/>
              </a:rPr>
              <a:t> may have a single child labeled      .</a:t>
            </a:r>
            <a:endParaRPr lang="zh-CN" altLang="en-US" sz="1500" dirty="0">
              <a:latin typeface="微软雅黑" panose="020B0503020204020204" pitchFamily="34" charset="-122"/>
              <a:ea typeface="微软雅黑" panose="020B0503020204020204" pitchFamily="34" charset="-122"/>
            </a:endParaRPr>
          </a:p>
        </p:txBody>
      </p:sp>
      <p:graphicFrame>
        <p:nvGraphicFramePr>
          <p:cNvPr id="17" name="对象 16"/>
          <p:cNvGraphicFramePr>
            <a:graphicFrameLocks noChangeAspect="1"/>
          </p:cNvGraphicFramePr>
          <p:nvPr>
            <p:extLst>
              <p:ext uri="{D42A27DB-BD31-4B8C-83A1-F6EECF244321}">
                <p14:modId xmlns:p14="http://schemas.microsoft.com/office/powerpoint/2010/main" val="1967933993"/>
              </p:ext>
            </p:extLst>
          </p:nvPr>
        </p:nvGraphicFramePr>
        <p:xfrm>
          <a:off x="4623645" y="3898651"/>
          <a:ext cx="195355" cy="214891"/>
        </p:xfrm>
        <a:graphic>
          <a:graphicData uri="http://schemas.openxmlformats.org/presentationml/2006/ole">
            <mc:AlternateContent xmlns:mc="http://schemas.openxmlformats.org/markup-compatibility/2006">
              <mc:Choice xmlns:v="urn:schemas-microsoft-com:vml" Requires="v">
                <p:oleObj spid="_x0000_s9292" name="Equation" r:id="rId5" imgW="126720" imgH="139680" progId="Equation.DSMT4">
                  <p:embed/>
                </p:oleObj>
              </mc:Choice>
              <mc:Fallback>
                <p:oleObj name="Equation" r:id="rId5" imgW="126720" imgH="139680" progId="Equation.DSMT4">
                  <p:embed/>
                  <p:pic>
                    <p:nvPicPr>
                      <p:cNvPr id="0" name=""/>
                      <p:cNvPicPr/>
                      <p:nvPr/>
                    </p:nvPicPr>
                    <p:blipFill>
                      <a:blip r:embed="rId6"/>
                      <a:stretch>
                        <a:fillRect/>
                      </a:stretch>
                    </p:blipFill>
                    <p:spPr>
                      <a:xfrm>
                        <a:off x="4623645" y="3898651"/>
                        <a:ext cx="195355" cy="214891"/>
                      </a:xfrm>
                      <a:prstGeom prst="rect">
                        <a:avLst/>
                      </a:prstGeom>
                    </p:spPr>
                  </p:pic>
                </p:oleObj>
              </mc:Fallback>
            </mc:AlternateContent>
          </a:graphicData>
        </a:graphic>
      </p:graphicFrame>
      <p:graphicFrame>
        <p:nvGraphicFramePr>
          <p:cNvPr id="18" name="对象 17"/>
          <p:cNvGraphicFramePr>
            <a:graphicFrameLocks noChangeAspect="1"/>
          </p:cNvGraphicFramePr>
          <p:nvPr>
            <p:extLst>
              <p:ext uri="{D42A27DB-BD31-4B8C-83A1-F6EECF244321}">
                <p14:modId xmlns:p14="http://schemas.microsoft.com/office/powerpoint/2010/main" val="299346350"/>
              </p:ext>
            </p:extLst>
          </p:nvPr>
        </p:nvGraphicFramePr>
        <p:xfrm>
          <a:off x="2157846" y="5007142"/>
          <a:ext cx="1562100" cy="342900"/>
        </p:xfrm>
        <a:graphic>
          <a:graphicData uri="http://schemas.openxmlformats.org/presentationml/2006/ole">
            <mc:AlternateContent xmlns:mc="http://schemas.openxmlformats.org/markup-compatibility/2006">
              <mc:Choice xmlns:v="urn:schemas-microsoft-com:vml" Requires="v">
                <p:oleObj spid="_x0000_s9293" name="Equation" r:id="rId7" imgW="1041120" imgH="228600" progId="Equation.DSMT4">
                  <p:embed/>
                </p:oleObj>
              </mc:Choice>
              <mc:Fallback>
                <p:oleObj name="Equation" r:id="rId7" imgW="1041120" imgH="228600" progId="Equation.DSMT4">
                  <p:embed/>
                  <p:pic>
                    <p:nvPicPr>
                      <p:cNvPr id="0" name=""/>
                      <p:cNvPicPr/>
                      <p:nvPr/>
                    </p:nvPicPr>
                    <p:blipFill>
                      <a:blip r:embed="rId8"/>
                      <a:stretch>
                        <a:fillRect/>
                      </a:stretch>
                    </p:blipFill>
                    <p:spPr>
                      <a:xfrm>
                        <a:off x="2157846" y="5007142"/>
                        <a:ext cx="1562100" cy="342900"/>
                      </a:xfrm>
                      <a:prstGeom prst="rect">
                        <a:avLst/>
                      </a:prstGeom>
                    </p:spPr>
                  </p:pic>
                </p:oleObj>
              </mc:Fallback>
            </mc:AlternateContent>
          </a:graphicData>
        </a:graphic>
      </p:graphicFrame>
      <p:graphicFrame>
        <p:nvGraphicFramePr>
          <p:cNvPr id="19" name="对象 18"/>
          <p:cNvGraphicFramePr>
            <a:graphicFrameLocks noChangeAspect="1"/>
          </p:cNvGraphicFramePr>
          <p:nvPr>
            <p:extLst>
              <p:ext uri="{D42A27DB-BD31-4B8C-83A1-F6EECF244321}">
                <p14:modId xmlns:p14="http://schemas.microsoft.com/office/powerpoint/2010/main" val="592650621"/>
              </p:ext>
            </p:extLst>
          </p:nvPr>
        </p:nvGraphicFramePr>
        <p:xfrm>
          <a:off x="6747597" y="5237474"/>
          <a:ext cx="666750" cy="266700"/>
        </p:xfrm>
        <a:graphic>
          <a:graphicData uri="http://schemas.openxmlformats.org/presentationml/2006/ole">
            <mc:AlternateContent xmlns:mc="http://schemas.openxmlformats.org/markup-compatibility/2006">
              <mc:Choice xmlns:v="urn:schemas-microsoft-com:vml" Requires="v">
                <p:oleObj spid="_x0000_s9294" name="Equation" r:id="rId9" imgW="444240" imgH="177480" progId="Equation.DSMT4">
                  <p:embed/>
                </p:oleObj>
              </mc:Choice>
              <mc:Fallback>
                <p:oleObj name="Equation" r:id="rId9" imgW="444240" imgH="177480" progId="Equation.DSMT4">
                  <p:embed/>
                  <p:pic>
                    <p:nvPicPr>
                      <p:cNvPr id="0" name=""/>
                      <p:cNvPicPr/>
                      <p:nvPr/>
                    </p:nvPicPr>
                    <p:blipFill>
                      <a:blip r:embed="rId10"/>
                      <a:stretch>
                        <a:fillRect/>
                      </a:stretch>
                    </p:blipFill>
                    <p:spPr>
                      <a:xfrm>
                        <a:off x="6747597" y="5237474"/>
                        <a:ext cx="666750" cy="266700"/>
                      </a:xfrm>
                      <a:prstGeom prst="rect">
                        <a:avLst/>
                      </a:prstGeom>
                    </p:spPr>
                  </p:pic>
                </p:oleObj>
              </mc:Fallback>
            </mc:AlternateContent>
          </a:graphicData>
        </a:graphic>
      </p:graphicFrame>
      <p:graphicFrame>
        <p:nvGraphicFramePr>
          <p:cNvPr id="20" name="对象 19"/>
          <p:cNvGraphicFramePr>
            <a:graphicFrameLocks noChangeAspect="1"/>
          </p:cNvGraphicFramePr>
          <p:nvPr>
            <p:extLst>
              <p:ext uri="{D42A27DB-BD31-4B8C-83A1-F6EECF244321}">
                <p14:modId xmlns:p14="http://schemas.microsoft.com/office/powerpoint/2010/main" val="4073609913"/>
              </p:ext>
            </p:extLst>
          </p:nvPr>
        </p:nvGraphicFramePr>
        <p:xfrm>
          <a:off x="7223847" y="5501166"/>
          <a:ext cx="190500" cy="209550"/>
        </p:xfrm>
        <a:graphic>
          <a:graphicData uri="http://schemas.openxmlformats.org/presentationml/2006/ole">
            <mc:AlternateContent xmlns:mc="http://schemas.openxmlformats.org/markup-compatibility/2006">
              <mc:Choice xmlns:v="urn:schemas-microsoft-com:vml" Requires="v">
                <p:oleObj spid="_x0000_s9295" name="Equation" r:id="rId11" imgW="126720" imgH="139680" progId="Equation.DSMT4">
                  <p:embed/>
                </p:oleObj>
              </mc:Choice>
              <mc:Fallback>
                <p:oleObj name="Equation" r:id="rId11" imgW="126720" imgH="139680" progId="Equation.DSMT4">
                  <p:embed/>
                  <p:pic>
                    <p:nvPicPr>
                      <p:cNvPr id="0" name=""/>
                      <p:cNvPicPr/>
                      <p:nvPr/>
                    </p:nvPicPr>
                    <p:blipFill>
                      <a:blip r:embed="rId12"/>
                      <a:stretch>
                        <a:fillRect/>
                      </a:stretch>
                    </p:blipFill>
                    <p:spPr>
                      <a:xfrm>
                        <a:off x="7223847" y="5501166"/>
                        <a:ext cx="190500" cy="209550"/>
                      </a:xfrm>
                      <a:prstGeom prst="rect">
                        <a:avLst/>
                      </a:prstGeom>
                    </p:spPr>
                  </p:pic>
                </p:oleObj>
              </mc:Fallback>
            </mc:AlternateContent>
          </a:graphicData>
        </a:graphic>
      </p:graphicFrame>
      <p:sp>
        <p:nvSpPr>
          <p:cNvPr id="22" name="矩形 21"/>
          <p:cNvSpPr/>
          <p:nvPr/>
        </p:nvSpPr>
        <p:spPr>
          <a:xfrm>
            <a:off x="1014651" y="5765540"/>
            <a:ext cx="6963369" cy="1015663"/>
          </a:xfrm>
          <a:prstGeom prst="rect">
            <a:avLst/>
          </a:prstGeom>
        </p:spPr>
        <p:style>
          <a:lnRef idx="1">
            <a:schemeClr val="accent3"/>
          </a:lnRef>
          <a:fillRef idx="3">
            <a:schemeClr val="accent3"/>
          </a:fillRef>
          <a:effectRef idx="2">
            <a:schemeClr val="accent3"/>
          </a:effectRef>
          <a:fontRef idx="minor">
            <a:schemeClr val="lt1"/>
          </a:fontRef>
        </p:style>
        <p:txBody>
          <a:bodyPr wrap="square">
            <a:spAutoFit/>
          </a:bodyPr>
          <a:lstStyle/>
          <a:p>
            <a:r>
              <a:rPr lang="en-US" altLang="zh-CN" sz="1500" dirty="0">
                <a:latin typeface="微软雅黑" panose="020B0503020204020204" pitchFamily="34" charset="-122"/>
                <a:ea typeface="微软雅黑" panose="020B0503020204020204" pitchFamily="34" charset="-122"/>
              </a:rPr>
              <a:t>From left to right , the leaves of a parse tree form the </a:t>
            </a:r>
            <a:r>
              <a:rPr lang="en-US" altLang="zh-CN" sz="1500" b="1" i="1" dirty="0">
                <a:solidFill>
                  <a:srgbClr val="00B050"/>
                </a:solidFill>
                <a:latin typeface="微软雅黑" panose="020B0503020204020204" pitchFamily="34" charset="-122"/>
                <a:ea typeface="微软雅黑" panose="020B0503020204020204" pitchFamily="34" charset="-122"/>
              </a:rPr>
              <a:t>yield</a:t>
            </a:r>
            <a:r>
              <a:rPr lang="en-US" altLang="zh-CN" sz="1500" dirty="0">
                <a:latin typeface="微软雅黑" panose="020B0503020204020204" pitchFamily="34" charset="-122"/>
                <a:ea typeface="微软雅黑" panose="020B0503020204020204" pitchFamily="34" charset="-122"/>
              </a:rPr>
              <a:t> of the tree , which is the string </a:t>
            </a:r>
            <a:r>
              <a:rPr lang="en-US" altLang="zh-CN" sz="1500" b="1" i="1" dirty="0">
                <a:solidFill>
                  <a:srgbClr val="00B050"/>
                </a:solidFill>
                <a:latin typeface="微软雅黑" panose="020B0503020204020204" pitchFamily="34" charset="-122"/>
                <a:ea typeface="微软雅黑" panose="020B0503020204020204" pitchFamily="34" charset="-122"/>
              </a:rPr>
              <a:t>generated</a:t>
            </a:r>
            <a:r>
              <a:rPr lang="en-US" altLang="zh-CN" sz="1500" dirty="0">
                <a:solidFill>
                  <a:srgbClr val="00B050"/>
                </a:solidFill>
                <a:latin typeface="微软雅黑" panose="020B0503020204020204" pitchFamily="34" charset="-122"/>
                <a:ea typeface="微软雅黑" panose="020B0503020204020204" pitchFamily="34" charset="-122"/>
              </a:rPr>
              <a:t> </a:t>
            </a:r>
            <a:r>
              <a:rPr lang="en-US" altLang="zh-CN" sz="1500" dirty="0">
                <a:latin typeface="微软雅黑" panose="020B0503020204020204" pitchFamily="34" charset="-122"/>
                <a:ea typeface="微软雅黑" panose="020B0503020204020204" pitchFamily="34" charset="-122"/>
              </a:rPr>
              <a:t>or </a:t>
            </a:r>
            <a:r>
              <a:rPr lang="en-US" altLang="zh-CN" sz="1500" b="1" i="1" dirty="0">
                <a:solidFill>
                  <a:srgbClr val="00B050"/>
                </a:solidFill>
                <a:latin typeface="微软雅黑" panose="020B0503020204020204" pitchFamily="34" charset="-122"/>
                <a:ea typeface="微软雅黑" panose="020B0503020204020204" pitchFamily="34" charset="-122"/>
              </a:rPr>
              <a:t>derived</a:t>
            </a:r>
            <a:r>
              <a:rPr lang="en-US" altLang="zh-CN" sz="1500" dirty="0">
                <a:latin typeface="微软雅黑" panose="020B0503020204020204" pitchFamily="34" charset="-122"/>
                <a:ea typeface="微软雅黑" panose="020B0503020204020204" pitchFamily="34" charset="-122"/>
              </a:rPr>
              <a:t> from the nonterminal at the root of the parse tree. The process of finding a parse tree for a given string of terminals is called </a:t>
            </a:r>
            <a:r>
              <a:rPr lang="en-US" altLang="zh-CN" sz="1500" b="1" i="1" dirty="0">
                <a:solidFill>
                  <a:srgbClr val="00B050"/>
                </a:solidFill>
                <a:latin typeface="微软雅黑" panose="020B0503020204020204" pitchFamily="34" charset="-122"/>
                <a:ea typeface="微软雅黑" panose="020B0503020204020204" pitchFamily="34" charset="-122"/>
              </a:rPr>
              <a:t>parsing</a:t>
            </a:r>
            <a:r>
              <a:rPr lang="en-US" altLang="zh-CN" sz="1500" dirty="0">
                <a:latin typeface="微软雅黑" panose="020B0503020204020204" pitchFamily="34" charset="-122"/>
                <a:ea typeface="微软雅黑" panose="020B0503020204020204" pitchFamily="34" charset="-122"/>
              </a:rPr>
              <a:t> that string.</a:t>
            </a:r>
            <a:endParaRPr lang="zh-CN" altLang="en-US" sz="15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6365367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Ambiguity</a:t>
            </a:r>
            <a:endParaRPr lang="zh-CN" altLang="en-US" dirty="0"/>
          </a:p>
        </p:txBody>
      </p:sp>
      <p:sp>
        <p:nvSpPr>
          <p:cNvPr id="3" name="内容占位符 2"/>
          <p:cNvSpPr>
            <a:spLocks noGrp="1"/>
          </p:cNvSpPr>
          <p:nvPr>
            <p:ph idx="1"/>
          </p:nvPr>
        </p:nvSpPr>
        <p:spPr>
          <a:xfrm>
            <a:off x="828675" y="1600200"/>
            <a:ext cx="7486650" cy="852055"/>
          </a:xfrm>
        </p:spPr>
        <p:txBody>
          <a:bodyPr>
            <a:normAutofit lnSpcReduction="10000"/>
          </a:bodyPr>
          <a:lstStyle/>
          <a:p>
            <a:r>
              <a:rPr lang="en-US" altLang="zh-CN" sz="2000" dirty="0"/>
              <a:t>A grammar can have </a:t>
            </a:r>
            <a:r>
              <a:rPr lang="en-US" altLang="zh-CN" sz="2000" dirty="0">
                <a:solidFill>
                  <a:srgbClr val="FF0000"/>
                </a:solidFill>
              </a:rPr>
              <a:t>more than one </a:t>
            </a:r>
            <a:r>
              <a:rPr lang="en-US" altLang="zh-CN" sz="2000" dirty="0"/>
              <a:t>parse tree generating a given string of terminals. Such a grammar is said to be ambiguous. </a:t>
            </a:r>
            <a:endParaRPr lang="zh-CN" altLang="en-US" sz="2000" dirty="0"/>
          </a:p>
        </p:txBody>
      </p:sp>
      <p:pic>
        <p:nvPicPr>
          <p:cNvPr id="4" name="图片 3"/>
          <p:cNvPicPr>
            <a:picLocks noChangeAspect="1"/>
          </p:cNvPicPr>
          <p:nvPr/>
        </p:nvPicPr>
        <p:blipFill>
          <a:blip r:embed="rId2"/>
          <a:stretch>
            <a:fillRect/>
          </a:stretch>
        </p:blipFill>
        <p:spPr>
          <a:xfrm>
            <a:off x="923711" y="2654629"/>
            <a:ext cx="7390476" cy="2961905"/>
          </a:xfrm>
          <a:prstGeom prst="rect">
            <a:avLst/>
          </a:prstGeom>
        </p:spPr>
      </p:pic>
      <p:sp>
        <p:nvSpPr>
          <p:cNvPr id="5" name="内容占位符 2"/>
          <p:cNvSpPr txBox="1">
            <a:spLocks/>
          </p:cNvSpPr>
          <p:nvPr/>
        </p:nvSpPr>
        <p:spPr>
          <a:xfrm>
            <a:off x="827537" y="5616534"/>
            <a:ext cx="7486650" cy="1054429"/>
          </a:xfrm>
          <a:prstGeom prst="rect">
            <a:avLst/>
          </a:prstGeom>
        </p:spPr>
        <p:txBody>
          <a:bodyPr vert="horz" lIns="0" tIns="45720" rIns="0" bIns="45720" rtlCol="0">
            <a:normAutofit fontScale="92500" lnSpcReduction="10000"/>
          </a:bodyPr>
          <a:lst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a:lstStyle>
          <a:p>
            <a:pPr marL="0" indent="0">
              <a:buNone/>
            </a:pPr>
            <a:r>
              <a:rPr lang="en-US" altLang="zh-CN" sz="2000" dirty="0"/>
              <a:t>Since a string with more than one parse tree usually has more than one meaning, we need to design unambiguous grammars for compiling applications, or to use ambiguous grammars with additional rules to resolve the ambiguities.</a:t>
            </a:r>
            <a:endParaRPr lang="zh-CN" altLang="en-US" sz="2000" dirty="0"/>
          </a:p>
        </p:txBody>
      </p:sp>
    </p:spTree>
    <p:extLst>
      <p:ext uri="{BB962C8B-B14F-4D97-AF65-F5344CB8AC3E}">
        <p14:creationId xmlns:p14="http://schemas.microsoft.com/office/powerpoint/2010/main" val="25971572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An overview of formal languages</a:t>
            </a:r>
            <a:endParaRPr lang="zh-CN" altLang="en-US" dirty="0"/>
          </a:p>
        </p:txBody>
      </p:sp>
      <p:sp>
        <p:nvSpPr>
          <p:cNvPr id="3" name="内容占位符 2"/>
          <p:cNvSpPr>
            <a:spLocks noGrp="1"/>
          </p:cNvSpPr>
          <p:nvPr>
            <p:ph idx="1"/>
          </p:nvPr>
        </p:nvSpPr>
        <p:spPr/>
        <p:txBody>
          <a:bodyPr>
            <a:normAutofit/>
          </a:bodyPr>
          <a:lstStyle/>
          <a:p>
            <a:r>
              <a:rPr lang="en-US" altLang="zh-CN" sz="2000" dirty="0"/>
              <a:t>Chomsky Hierarchy</a:t>
            </a:r>
          </a:p>
          <a:p>
            <a:r>
              <a:rPr lang="en-US" altLang="zh-CN" sz="1600" dirty="0"/>
              <a:t>Type-0 grammar (Recursively enumerable) &gt; Type-1 grammar (Context-sensitive) &gt; Type-2 grammar(Context-free) &gt; Type-3 grammar (Regular)</a:t>
            </a:r>
          </a:p>
          <a:p>
            <a:r>
              <a:rPr lang="en-US" altLang="zh-CN" sz="1600" dirty="0"/>
              <a:t>                         is a type-0 grammar, if each production has  the form</a:t>
            </a:r>
          </a:p>
          <a:p>
            <a:pPr marL="0" indent="0">
              <a:buNone/>
            </a:pPr>
            <a:r>
              <a:rPr lang="en-US" altLang="zh-CN" sz="1600" dirty="0"/>
              <a:t>              ,                          and at least has one nonterminal, </a:t>
            </a:r>
          </a:p>
          <a:p>
            <a:pPr marL="0" indent="0">
              <a:buNone/>
            </a:pPr>
            <a:r>
              <a:rPr lang="en-US" altLang="zh-CN" sz="1600" dirty="0"/>
              <a:t>If we applied the following </a:t>
            </a:r>
            <a:r>
              <a:rPr lang="en-US" altLang="zh-CN" sz="1600" dirty="0" err="1"/>
              <a:t>i-th</a:t>
            </a:r>
            <a:r>
              <a:rPr lang="en-US" altLang="zh-CN" sz="1600" dirty="0"/>
              <a:t> constraint to G we have </a:t>
            </a:r>
            <a:r>
              <a:rPr lang="en-US" altLang="zh-CN" sz="1600" dirty="0" err="1"/>
              <a:t>i</a:t>
            </a:r>
            <a:r>
              <a:rPr lang="en-US" altLang="zh-CN" sz="1600" dirty="0"/>
              <a:t>-type grammar</a:t>
            </a:r>
          </a:p>
          <a:p>
            <a:pPr marL="342900" indent="-342900">
              <a:buAutoNum type="arabicParenBoth"/>
            </a:pPr>
            <a:r>
              <a:rPr lang="en-US" altLang="zh-CN" sz="1600" dirty="0"/>
              <a:t>Any production           satisfies             with an exception </a:t>
            </a:r>
          </a:p>
          <a:p>
            <a:pPr marL="342900" indent="-342900">
              <a:buAutoNum type="arabicParenBoth"/>
            </a:pPr>
            <a:r>
              <a:rPr lang="en-US" altLang="zh-CN" sz="1600" dirty="0"/>
              <a:t>Any production has the form</a:t>
            </a:r>
          </a:p>
          <a:p>
            <a:pPr marL="342900" indent="-342900">
              <a:buFont typeface="Wingdings" panose="05000000000000000000" pitchFamily="2" charset="2"/>
              <a:buAutoNum type="arabicParenBoth"/>
            </a:pPr>
            <a:r>
              <a:rPr lang="en-US" altLang="zh-CN" sz="1600" dirty="0"/>
              <a:t> Any production has the form</a:t>
            </a:r>
          </a:p>
          <a:p>
            <a:pPr marL="0" indent="0">
              <a:buNone/>
            </a:pPr>
            <a:r>
              <a:rPr lang="en-US" altLang="zh-CN" sz="1600" dirty="0"/>
              <a:t>                                                           (right linear grammar)</a:t>
            </a:r>
          </a:p>
          <a:p>
            <a:pPr marL="0" indent="0">
              <a:buNone/>
            </a:pPr>
            <a:r>
              <a:rPr lang="en-US" altLang="zh-CN" sz="1600" dirty="0"/>
              <a:t>                                                            (left linear grammar)</a:t>
            </a:r>
          </a:p>
          <a:p>
            <a:pPr marL="342900" indent="-342900">
              <a:buAutoNum type="arabicParenBoth"/>
            </a:pPr>
            <a:endParaRPr lang="zh-CN" altLang="en-US" sz="1600" dirty="0"/>
          </a:p>
        </p:txBody>
      </p:sp>
      <p:pic>
        <p:nvPicPr>
          <p:cNvPr id="4" name="图片 3"/>
          <p:cNvPicPr>
            <a:picLocks noChangeAspect="1"/>
          </p:cNvPicPr>
          <p:nvPr/>
        </p:nvPicPr>
        <p:blipFill>
          <a:blip r:embed="rId3"/>
          <a:stretch>
            <a:fillRect/>
          </a:stretch>
        </p:blipFill>
        <p:spPr>
          <a:xfrm>
            <a:off x="6784992" y="4364830"/>
            <a:ext cx="2152650" cy="2009775"/>
          </a:xfrm>
          <a:prstGeom prst="rect">
            <a:avLst/>
          </a:prstGeom>
        </p:spPr>
      </p:pic>
      <p:graphicFrame>
        <p:nvGraphicFramePr>
          <p:cNvPr id="5" name="对象 4"/>
          <p:cNvGraphicFramePr>
            <a:graphicFrameLocks noChangeAspect="1"/>
          </p:cNvGraphicFramePr>
          <p:nvPr>
            <p:extLst>
              <p:ext uri="{D42A27DB-BD31-4B8C-83A1-F6EECF244321}">
                <p14:modId xmlns:p14="http://schemas.microsoft.com/office/powerpoint/2010/main" val="2520798860"/>
              </p:ext>
            </p:extLst>
          </p:nvPr>
        </p:nvGraphicFramePr>
        <p:xfrm>
          <a:off x="997528" y="2652710"/>
          <a:ext cx="1458390" cy="298307"/>
        </p:xfrm>
        <a:graphic>
          <a:graphicData uri="http://schemas.openxmlformats.org/presentationml/2006/ole">
            <mc:AlternateContent xmlns:mc="http://schemas.openxmlformats.org/markup-compatibility/2006">
              <mc:Choice xmlns:v="urn:schemas-microsoft-com:vml" Requires="v">
                <p:oleObj spid="_x0000_s8418" name="Equation" r:id="rId4" imgW="1117440" imgH="228600" progId="Equation.DSMT4">
                  <p:embed/>
                </p:oleObj>
              </mc:Choice>
              <mc:Fallback>
                <p:oleObj name="Equation" r:id="rId4" imgW="1117440" imgH="228600" progId="Equation.DSMT4">
                  <p:embed/>
                  <p:pic>
                    <p:nvPicPr>
                      <p:cNvPr id="0" name=""/>
                      <p:cNvPicPr/>
                      <p:nvPr/>
                    </p:nvPicPr>
                    <p:blipFill>
                      <a:blip r:embed="rId5"/>
                      <a:stretch>
                        <a:fillRect/>
                      </a:stretch>
                    </p:blipFill>
                    <p:spPr>
                      <a:xfrm>
                        <a:off x="997528" y="2652710"/>
                        <a:ext cx="1458390" cy="298307"/>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2596505814"/>
              </p:ext>
            </p:extLst>
          </p:nvPr>
        </p:nvGraphicFramePr>
        <p:xfrm>
          <a:off x="1042755" y="3076528"/>
          <a:ext cx="612775" cy="265112"/>
        </p:xfrm>
        <a:graphic>
          <a:graphicData uri="http://schemas.openxmlformats.org/presentationml/2006/ole">
            <mc:AlternateContent xmlns:mc="http://schemas.openxmlformats.org/markup-compatibility/2006">
              <mc:Choice xmlns:v="urn:schemas-microsoft-com:vml" Requires="v">
                <p:oleObj spid="_x0000_s8419" name="Equation" r:id="rId6" imgW="469800" imgH="203040" progId="Equation.DSMT4">
                  <p:embed/>
                </p:oleObj>
              </mc:Choice>
              <mc:Fallback>
                <p:oleObj name="Equation" r:id="rId6" imgW="469800" imgH="203040" progId="Equation.DSMT4">
                  <p:embed/>
                  <p:pic>
                    <p:nvPicPr>
                      <p:cNvPr id="0" name=""/>
                      <p:cNvPicPr/>
                      <p:nvPr/>
                    </p:nvPicPr>
                    <p:blipFill>
                      <a:blip r:embed="rId7"/>
                      <a:stretch>
                        <a:fillRect/>
                      </a:stretch>
                    </p:blipFill>
                    <p:spPr>
                      <a:xfrm>
                        <a:off x="1042755" y="3076528"/>
                        <a:ext cx="612775" cy="265112"/>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4240863528"/>
              </p:ext>
            </p:extLst>
          </p:nvPr>
        </p:nvGraphicFramePr>
        <p:xfrm>
          <a:off x="1869610" y="2991480"/>
          <a:ext cx="1464913" cy="386575"/>
        </p:xfrm>
        <a:graphic>
          <a:graphicData uri="http://schemas.openxmlformats.org/presentationml/2006/ole">
            <mc:AlternateContent xmlns:mc="http://schemas.openxmlformats.org/markup-compatibility/2006">
              <mc:Choice xmlns:v="urn:schemas-microsoft-com:vml" Requires="v">
                <p:oleObj spid="_x0000_s8420" name="Equation" r:id="rId8" imgW="914400" imgH="241200" progId="Equation.DSMT4">
                  <p:embed/>
                </p:oleObj>
              </mc:Choice>
              <mc:Fallback>
                <p:oleObj name="Equation" r:id="rId8" imgW="914400" imgH="241200" progId="Equation.DSMT4">
                  <p:embed/>
                  <p:pic>
                    <p:nvPicPr>
                      <p:cNvPr id="0" name=""/>
                      <p:cNvPicPr/>
                      <p:nvPr/>
                    </p:nvPicPr>
                    <p:blipFill>
                      <a:blip r:embed="rId9"/>
                      <a:stretch>
                        <a:fillRect/>
                      </a:stretch>
                    </p:blipFill>
                    <p:spPr>
                      <a:xfrm>
                        <a:off x="1869610" y="2991480"/>
                        <a:ext cx="1464913" cy="386575"/>
                      </a:xfrm>
                      <a:prstGeom prst="rect">
                        <a:avLst/>
                      </a:prstGeom>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1043715273"/>
              </p:ext>
            </p:extLst>
          </p:nvPr>
        </p:nvGraphicFramePr>
        <p:xfrm>
          <a:off x="6645964" y="3015796"/>
          <a:ext cx="1464913" cy="386575"/>
        </p:xfrm>
        <a:graphic>
          <a:graphicData uri="http://schemas.openxmlformats.org/presentationml/2006/ole">
            <mc:AlternateContent xmlns:mc="http://schemas.openxmlformats.org/markup-compatibility/2006">
              <mc:Choice xmlns:v="urn:schemas-microsoft-com:vml" Requires="v">
                <p:oleObj spid="_x0000_s8421" name="Equation" r:id="rId10" imgW="914400" imgH="241200" progId="Equation.DSMT4">
                  <p:embed/>
                </p:oleObj>
              </mc:Choice>
              <mc:Fallback>
                <p:oleObj name="Equation" r:id="rId10" imgW="914400" imgH="241200" progId="Equation.DSMT4">
                  <p:embed/>
                  <p:pic>
                    <p:nvPicPr>
                      <p:cNvPr id="0" name=""/>
                      <p:cNvPicPr/>
                      <p:nvPr/>
                    </p:nvPicPr>
                    <p:blipFill>
                      <a:blip r:embed="rId11"/>
                      <a:stretch>
                        <a:fillRect/>
                      </a:stretch>
                    </p:blipFill>
                    <p:spPr>
                      <a:xfrm>
                        <a:off x="6645964" y="3015796"/>
                        <a:ext cx="1464913" cy="386575"/>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720322749"/>
              </p:ext>
            </p:extLst>
          </p:nvPr>
        </p:nvGraphicFramePr>
        <p:xfrm>
          <a:off x="2656042" y="3886200"/>
          <a:ext cx="612775" cy="265112"/>
        </p:xfrm>
        <a:graphic>
          <a:graphicData uri="http://schemas.openxmlformats.org/presentationml/2006/ole">
            <mc:AlternateContent xmlns:mc="http://schemas.openxmlformats.org/markup-compatibility/2006">
              <mc:Choice xmlns:v="urn:schemas-microsoft-com:vml" Requires="v">
                <p:oleObj spid="_x0000_s8422" name="Equation" r:id="rId12" imgW="469800" imgH="203040" progId="Equation.DSMT4">
                  <p:embed/>
                </p:oleObj>
              </mc:Choice>
              <mc:Fallback>
                <p:oleObj name="Equation" r:id="rId12" imgW="469800" imgH="203040" progId="Equation.DSMT4">
                  <p:embed/>
                  <p:pic>
                    <p:nvPicPr>
                      <p:cNvPr id="0" name=""/>
                      <p:cNvPicPr/>
                      <p:nvPr/>
                    </p:nvPicPr>
                    <p:blipFill>
                      <a:blip r:embed="rId7"/>
                      <a:stretch>
                        <a:fillRect/>
                      </a:stretch>
                    </p:blipFill>
                    <p:spPr>
                      <a:xfrm>
                        <a:off x="2656042" y="3886200"/>
                        <a:ext cx="612775" cy="265112"/>
                      </a:xfrm>
                      <a:prstGeom prst="rect">
                        <a:avLst/>
                      </a:prstGeom>
                    </p:spPr>
                  </p:pic>
                </p:oleObj>
              </mc:Fallback>
            </mc:AlternateContent>
          </a:graphicData>
        </a:graphic>
      </p:graphicFrame>
      <p:graphicFrame>
        <p:nvGraphicFramePr>
          <p:cNvPr id="10" name="对象 9"/>
          <p:cNvGraphicFramePr>
            <a:graphicFrameLocks noChangeAspect="1"/>
          </p:cNvGraphicFramePr>
          <p:nvPr>
            <p:extLst>
              <p:ext uri="{D42A27DB-BD31-4B8C-83A1-F6EECF244321}">
                <p14:modId xmlns:p14="http://schemas.microsoft.com/office/powerpoint/2010/main" val="324139296"/>
              </p:ext>
            </p:extLst>
          </p:nvPr>
        </p:nvGraphicFramePr>
        <p:xfrm>
          <a:off x="4090988" y="3852863"/>
          <a:ext cx="728662" cy="331787"/>
        </p:xfrm>
        <a:graphic>
          <a:graphicData uri="http://schemas.openxmlformats.org/presentationml/2006/ole">
            <mc:AlternateContent xmlns:mc="http://schemas.openxmlformats.org/markup-compatibility/2006">
              <mc:Choice xmlns:v="urn:schemas-microsoft-com:vml" Requires="v">
                <p:oleObj spid="_x0000_s8423" name="Equation" r:id="rId13" imgW="558720" imgH="253800" progId="Equation.DSMT4">
                  <p:embed/>
                </p:oleObj>
              </mc:Choice>
              <mc:Fallback>
                <p:oleObj name="Equation" r:id="rId13" imgW="558720" imgH="253800" progId="Equation.DSMT4">
                  <p:embed/>
                  <p:pic>
                    <p:nvPicPr>
                      <p:cNvPr id="0" name=""/>
                      <p:cNvPicPr/>
                      <p:nvPr/>
                    </p:nvPicPr>
                    <p:blipFill>
                      <a:blip r:embed="rId14"/>
                      <a:stretch>
                        <a:fillRect/>
                      </a:stretch>
                    </p:blipFill>
                    <p:spPr>
                      <a:xfrm>
                        <a:off x="4090988" y="3852863"/>
                        <a:ext cx="728662" cy="331787"/>
                      </a:xfrm>
                      <a:prstGeom prst="rect">
                        <a:avLst/>
                      </a:prstGeom>
                    </p:spPr>
                  </p:pic>
                </p:oleObj>
              </mc:Fallback>
            </mc:AlternateContent>
          </a:graphicData>
        </a:graphic>
      </p:graphicFrame>
      <p:graphicFrame>
        <p:nvGraphicFramePr>
          <p:cNvPr id="11" name="对象 10"/>
          <p:cNvGraphicFramePr>
            <a:graphicFrameLocks noChangeAspect="1"/>
          </p:cNvGraphicFramePr>
          <p:nvPr>
            <p:extLst>
              <p:ext uri="{D42A27DB-BD31-4B8C-83A1-F6EECF244321}">
                <p14:modId xmlns:p14="http://schemas.microsoft.com/office/powerpoint/2010/main" val="1791835923"/>
              </p:ext>
            </p:extLst>
          </p:nvPr>
        </p:nvGraphicFramePr>
        <p:xfrm>
          <a:off x="6645964" y="3877503"/>
          <a:ext cx="665769" cy="273809"/>
        </p:xfrm>
        <a:graphic>
          <a:graphicData uri="http://schemas.openxmlformats.org/presentationml/2006/ole">
            <mc:AlternateContent xmlns:mc="http://schemas.openxmlformats.org/markup-compatibility/2006">
              <mc:Choice xmlns:v="urn:schemas-microsoft-com:vml" Requires="v">
                <p:oleObj spid="_x0000_s8424" name="Equation" r:id="rId15" imgW="431640" imgH="177480" progId="Equation.DSMT4">
                  <p:embed/>
                </p:oleObj>
              </mc:Choice>
              <mc:Fallback>
                <p:oleObj name="Equation" r:id="rId15" imgW="431640" imgH="177480" progId="Equation.DSMT4">
                  <p:embed/>
                  <p:pic>
                    <p:nvPicPr>
                      <p:cNvPr id="0" name=""/>
                      <p:cNvPicPr/>
                      <p:nvPr/>
                    </p:nvPicPr>
                    <p:blipFill>
                      <a:blip r:embed="rId16"/>
                      <a:stretch>
                        <a:fillRect/>
                      </a:stretch>
                    </p:blipFill>
                    <p:spPr>
                      <a:xfrm>
                        <a:off x="6645964" y="3877503"/>
                        <a:ext cx="665769" cy="273809"/>
                      </a:xfrm>
                      <a:prstGeom prst="rect">
                        <a:avLst/>
                      </a:prstGeom>
                    </p:spPr>
                  </p:pic>
                </p:oleObj>
              </mc:Fallback>
            </mc:AlternateContent>
          </a:graphicData>
        </a:graphic>
      </p:graphicFrame>
      <p:graphicFrame>
        <p:nvGraphicFramePr>
          <p:cNvPr id="12" name="对象 11"/>
          <p:cNvGraphicFramePr>
            <a:graphicFrameLocks noChangeAspect="1"/>
          </p:cNvGraphicFramePr>
          <p:nvPr>
            <p:extLst>
              <p:ext uri="{D42A27DB-BD31-4B8C-83A1-F6EECF244321}">
                <p14:modId xmlns:p14="http://schemas.microsoft.com/office/powerpoint/2010/main" val="3148129096"/>
              </p:ext>
            </p:extLst>
          </p:nvPr>
        </p:nvGraphicFramePr>
        <p:xfrm>
          <a:off x="4090988" y="4218925"/>
          <a:ext cx="2566987" cy="333375"/>
        </p:xfrm>
        <a:graphic>
          <a:graphicData uri="http://schemas.openxmlformats.org/presentationml/2006/ole">
            <mc:AlternateContent xmlns:mc="http://schemas.openxmlformats.org/markup-compatibility/2006">
              <mc:Choice xmlns:v="urn:schemas-microsoft-com:vml" Requires="v">
                <p:oleObj spid="_x0000_s8425" name="Equation" r:id="rId17" imgW="1866600" imgH="241200" progId="Equation.DSMT4">
                  <p:embed/>
                </p:oleObj>
              </mc:Choice>
              <mc:Fallback>
                <p:oleObj name="Equation" r:id="rId17" imgW="1866600" imgH="241200" progId="Equation.DSMT4">
                  <p:embed/>
                  <p:pic>
                    <p:nvPicPr>
                      <p:cNvPr id="0" name=""/>
                      <p:cNvPicPr/>
                      <p:nvPr/>
                    </p:nvPicPr>
                    <p:blipFill>
                      <a:blip r:embed="rId18"/>
                      <a:stretch>
                        <a:fillRect/>
                      </a:stretch>
                    </p:blipFill>
                    <p:spPr>
                      <a:xfrm>
                        <a:off x="4090988" y="4218925"/>
                        <a:ext cx="2566987" cy="333375"/>
                      </a:xfrm>
                      <a:prstGeom prst="rect">
                        <a:avLst/>
                      </a:prstGeom>
                    </p:spPr>
                  </p:pic>
                </p:oleObj>
              </mc:Fallback>
            </mc:AlternateContent>
          </a:graphicData>
        </a:graphic>
      </p:graphicFrame>
      <p:graphicFrame>
        <p:nvGraphicFramePr>
          <p:cNvPr id="13" name="对象 12"/>
          <p:cNvGraphicFramePr>
            <a:graphicFrameLocks noChangeAspect="1"/>
          </p:cNvGraphicFramePr>
          <p:nvPr>
            <p:extLst>
              <p:ext uri="{D42A27DB-BD31-4B8C-83A1-F6EECF244321}">
                <p14:modId xmlns:p14="http://schemas.microsoft.com/office/powerpoint/2010/main" val="1274812847"/>
              </p:ext>
            </p:extLst>
          </p:nvPr>
        </p:nvGraphicFramePr>
        <p:xfrm>
          <a:off x="1232478" y="5036992"/>
          <a:ext cx="3090863" cy="333375"/>
        </p:xfrm>
        <a:graphic>
          <a:graphicData uri="http://schemas.openxmlformats.org/presentationml/2006/ole">
            <mc:AlternateContent xmlns:mc="http://schemas.openxmlformats.org/markup-compatibility/2006">
              <mc:Choice xmlns:v="urn:schemas-microsoft-com:vml" Requires="v">
                <p:oleObj spid="_x0000_s8426" name="Equation" r:id="rId19" imgW="2247840" imgH="241200" progId="Equation.DSMT4">
                  <p:embed/>
                </p:oleObj>
              </mc:Choice>
              <mc:Fallback>
                <p:oleObj name="Equation" r:id="rId19" imgW="2247840" imgH="241200" progId="Equation.DSMT4">
                  <p:embed/>
                  <p:pic>
                    <p:nvPicPr>
                      <p:cNvPr id="0" name=""/>
                      <p:cNvPicPr/>
                      <p:nvPr/>
                    </p:nvPicPr>
                    <p:blipFill>
                      <a:blip r:embed="rId20"/>
                      <a:stretch>
                        <a:fillRect/>
                      </a:stretch>
                    </p:blipFill>
                    <p:spPr>
                      <a:xfrm>
                        <a:off x="1232478" y="5036992"/>
                        <a:ext cx="3090863" cy="333375"/>
                      </a:xfrm>
                      <a:prstGeom prst="rect">
                        <a:avLst/>
                      </a:prstGeom>
                    </p:spPr>
                  </p:pic>
                </p:oleObj>
              </mc:Fallback>
            </mc:AlternateContent>
          </a:graphicData>
        </a:graphic>
      </p:graphicFrame>
      <p:graphicFrame>
        <p:nvGraphicFramePr>
          <p:cNvPr id="14" name="对象 13"/>
          <p:cNvGraphicFramePr>
            <a:graphicFrameLocks noChangeAspect="1"/>
          </p:cNvGraphicFramePr>
          <p:nvPr>
            <p:extLst>
              <p:ext uri="{D42A27DB-BD31-4B8C-83A1-F6EECF244321}">
                <p14:modId xmlns:p14="http://schemas.microsoft.com/office/powerpoint/2010/main" val="1944099981"/>
              </p:ext>
            </p:extLst>
          </p:nvPr>
        </p:nvGraphicFramePr>
        <p:xfrm>
          <a:off x="1232478" y="5461610"/>
          <a:ext cx="3090863" cy="333375"/>
        </p:xfrm>
        <a:graphic>
          <a:graphicData uri="http://schemas.openxmlformats.org/presentationml/2006/ole">
            <mc:AlternateContent xmlns:mc="http://schemas.openxmlformats.org/markup-compatibility/2006">
              <mc:Choice xmlns:v="urn:schemas-microsoft-com:vml" Requires="v">
                <p:oleObj spid="_x0000_s8427" name="Equation" r:id="rId21" imgW="2247840" imgH="241200" progId="Equation.DSMT4">
                  <p:embed/>
                </p:oleObj>
              </mc:Choice>
              <mc:Fallback>
                <p:oleObj name="Equation" r:id="rId21" imgW="2247840" imgH="241200" progId="Equation.DSMT4">
                  <p:embed/>
                  <p:pic>
                    <p:nvPicPr>
                      <p:cNvPr id="0" name=""/>
                      <p:cNvPicPr/>
                      <p:nvPr/>
                    </p:nvPicPr>
                    <p:blipFill>
                      <a:blip r:embed="rId22"/>
                      <a:stretch>
                        <a:fillRect/>
                      </a:stretch>
                    </p:blipFill>
                    <p:spPr>
                      <a:xfrm>
                        <a:off x="1232478" y="5461610"/>
                        <a:ext cx="3090863" cy="333375"/>
                      </a:xfrm>
                      <a:prstGeom prst="rect">
                        <a:avLst/>
                      </a:prstGeom>
                    </p:spPr>
                  </p:pic>
                </p:oleObj>
              </mc:Fallback>
            </mc:AlternateContent>
          </a:graphicData>
        </a:graphic>
      </p:graphicFrame>
      <p:sp>
        <p:nvSpPr>
          <p:cNvPr id="15" name="文本框 14"/>
          <p:cNvSpPr txBox="1"/>
          <p:nvPr/>
        </p:nvSpPr>
        <p:spPr>
          <a:xfrm>
            <a:off x="628081" y="6364920"/>
            <a:ext cx="7886700" cy="276999"/>
          </a:xfrm>
          <a:prstGeom prst="rect">
            <a:avLst/>
          </a:prstGeom>
          <a:noFill/>
        </p:spPr>
        <p:txBody>
          <a:bodyPr wrap="square" rtlCol="0">
            <a:spAutoFit/>
          </a:bodyPr>
          <a:lstStyle/>
          <a:p>
            <a:r>
              <a:rPr lang="en-US" altLang="zh-CN" sz="1200" dirty="0">
                <a:solidFill>
                  <a:srgbClr val="FF0000"/>
                </a:solidFill>
                <a:latin typeface="微软雅黑" panose="020B0503020204020204" pitchFamily="34" charset="-122"/>
                <a:ea typeface="微软雅黑" panose="020B0503020204020204" pitchFamily="34" charset="-122"/>
              </a:rPr>
              <a:t>Context-free grammar can describe the syntax structures of most modern programming languages</a:t>
            </a:r>
            <a:endParaRPr lang="zh-CN" altLang="en-US" sz="1200" dirty="0">
              <a:solidFill>
                <a:srgbClr val="FF000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8708653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Homework</a:t>
            </a:r>
            <a:endParaRPr lang="zh-CN" altLang="en-US" dirty="0"/>
          </a:p>
        </p:txBody>
      </p:sp>
      <p:graphicFrame>
        <p:nvGraphicFramePr>
          <p:cNvPr id="4" name="对象 3"/>
          <p:cNvGraphicFramePr>
            <a:graphicFrameLocks noChangeAspect="1"/>
          </p:cNvGraphicFramePr>
          <p:nvPr>
            <p:extLst>
              <p:ext uri="{D42A27DB-BD31-4B8C-83A1-F6EECF244321}">
                <p14:modId xmlns:p14="http://schemas.microsoft.com/office/powerpoint/2010/main" val="230484073"/>
              </p:ext>
            </p:extLst>
          </p:nvPr>
        </p:nvGraphicFramePr>
        <p:xfrm>
          <a:off x="1716232" y="1883263"/>
          <a:ext cx="2114692" cy="506645"/>
        </p:xfrm>
        <a:graphic>
          <a:graphicData uri="http://schemas.openxmlformats.org/presentationml/2006/ole">
            <mc:AlternateContent xmlns:mc="http://schemas.openxmlformats.org/markup-compatibility/2006">
              <mc:Choice xmlns:v="urn:schemas-microsoft-com:vml" Requires="v">
                <p:oleObj spid="_x0000_s10261" name="Equation" r:id="rId3" imgW="1828800" imgH="431800" progId="Equation.DSMT4">
                  <p:embed/>
                </p:oleObj>
              </mc:Choice>
              <mc:Fallback>
                <p:oleObj name="Equation" r:id="rId3" imgW="1828800" imgH="431800" progId="Equation.DSMT4">
                  <p:embed/>
                  <p:pic>
                    <p:nvPicPr>
                      <p:cNvPr id="0" name="Object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16232" y="1883263"/>
                        <a:ext cx="2114692" cy="506645"/>
                      </a:xfrm>
                      <a:prstGeom prst="rect">
                        <a:avLst/>
                      </a:prstGeom>
                      <a:noFill/>
                    </p:spPr>
                  </p:pic>
                </p:oleObj>
              </mc:Fallback>
            </mc:AlternateContent>
          </a:graphicData>
        </a:graphic>
      </p:graphicFrame>
      <p:graphicFrame>
        <p:nvGraphicFramePr>
          <p:cNvPr id="5" name="对象 4"/>
          <p:cNvGraphicFramePr>
            <a:graphicFrameLocks noChangeAspect="1"/>
          </p:cNvGraphicFramePr>
          <p:nvPr>
            <p:extLst>
              <p:ext uri="{D42A27DB-BD31-4B8C-83A1-F6EECF244321}">
                <p14:modId xmlns:p14="http://schemas.microsoft.com/office/powerpoint/2010/main" val="292551486"/>
              </p:ext>
            </p:extLst>
          </p:nvPr>
        </p:nvGraphicFramePr>
        <p:xfrm>
          <a:off x="2542451" y="5263149"/>
          <a:ext cx="2296846" cy="1438988"/>
        </p:xfrm>
        <a:graphic>
          <a:graphicData uri="http://schemas.openxmlformats.org/presentationml/2006/ole">
            <mc:AlternateContent xmlns:mc="http://schemas.openxmlformats.org/markup-compatibility/2006">
              <mc:Choice xmlns:v="urn:schemas-microsoft-com:vml" Requires="v">
                <p:oleObj spid="_x0000_s10262" name="Equation" r:id="rId5" imgW="1587500" imgH="990600" progId="Equation.DSMT4">
                  <p:embed/>
                </p:oleObj>
              </mc:Choice>
              <mc:Fallback>
                <p:oleObj name="Equation" r:id="rId5" imgW="1587500" imgH="990600" progId="Equation.DSMT4">
                  <p:embed/>
                  <p:pic>
                    <p:nvPicPr>
                      <p:cNvPr id="0" name="Object 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542451" y="5263149"/>
                        <a:ext cx="2296846" cy="1438988"/>
                      </a:xfrm>
                      <a:prstGeom prst="rect">
                        <a:avLst/>
                      </a:prstGeom>
                      <a:noFill/>
                    </p:spPr>
                  </p:pic>
                </p:oleObj>
              </mc:Fallback>
            </mc:AlternateContent>
          </a:graphicData>
        </a:graphic>
      </p:graphicFrame>
      <p:sp>
        <p:nvSpPr>
          <p:cNvPr id="6" name="Rectangle 3"/>
          <p:cNvSpPr>
            <a:spLocks noChangeArrowheads="1"/>
          </p:cNvSpPr>
          <p:nvPr/>
        </p:nvSpPr>
        <p:spPr bwMode="auto">
          <a:xfrm>
            <a:off x="828675" y="1430307"/>
            <a:ext cx="379528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indent="266700"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R="0" lvl="0" indent="0" algn="l" defTabSz="914400" rtl="0" eaLnBrk="0" fontAlgn="base" latinLnBrk="0" hangingPunct="0">
              <a:lnSpc>
                <a:spcPct val="100000"/>
              </a:lnSpc>
              <a:spcBef>
                <a:spcPct val="0"/>
              </a:spcBef>
              <a:spcAft>
                <a:spcPct val="0"/>
              </a:spcAft>
              <a:buClrTx/>
              <a:buSzTx/>
              <a:tabLst/>
            </a:pPr>
            <a:r>
              <a:rPr kumimoji="0" lang="en-US" altLang="zh-CN" sz="2000" b="0"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(1) Grammar G is</a:t>
            </a:r>
            <a:endParaRPr kumimoji="0" lang="en-US" altLang="zh-CN" sz="2000" b="0" i="0" u="none" strike="noStrike" cap="none" normalizeH="0" baseline="0" dirty="0">
              <a:ln>
                <a:noFill/>
              </a:ln>
              <a:solidFill>
                <a:schemeClr val="tx1"/>
              </a:solidFill>
              <a:effectLst/>
            </a:endParaRPr>
          </a:p>
        </p:txBody>
      </p:sp>
      <p:sp>
        <p:nvSpPr>
          <p:cNvPr id="7" name="Rectangle 4"/>
          <p:cNvSpPr>
            <a:spLocks noChangeArrowheads="1"/>
          </p:cNvSpPr>
          <p:nvPr/>
        </p:nvSpPr>
        <p:spPr bwMode="auto">
          <a:xfrm>
            <a:off x="789140" y="3481658"/>
            <a:ext cx="7564582"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indent="266700"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R="0" lvl="0" indent="0" algn="l" defTabSz="914400" rtl="0" eaLnBrk="0" fontAlgn="base" latinLnBrk="0" hangingPunct="0">
              <a:lnSpc>
                <a:spcPct val="100000"/>
              </a:lnSpc>
              <a:spcBef>
                <a:spcPct val="0"/>
              </a:spcBef>
              <a:spcAft>
                <a:spcPct val="0"/>
              </a:spcAft>
              <a:buClrTx/>
              <a:buSzTx/>
              <a:tabLst/>
            </a:pPr>
            <a:r>
              <a:rPr kumimoji="0" lang="en-US" altLang="zh-CN" b="0" i="0" u="none" strike="noStrike" cap="none" normalizeH="0" baseline="0" dirty="0">
                <a:ln>
                  <a:noFill/>
                </a:ln>
                <a:solidFill>
                  <a:schemeClr val="tx1"/>
                </a:solidFill>
                <a:effectLst/>
                <a:latin typeface="等线" panose="02010600030101010101" pitchFamily="2" charset="-122"/>
                <a:ea typeface="等线" panose="02010600030101010101" pitchFamily="2" charset="-122"/>
                <a:cs typeface="Times New Roman" panose="02020603050405020304" pitchFamily="18" charset="0"/>
              </a:rPr>
              <a:t>(2) Write a grammar, whose specified language is the set of odd numbers and each odd number does not start with 0.</a:t>
            </a:r>
            <a:endParaRPr kumimoji="0" lang="en-US" altLang="zh-CN" b="0" i="0" u="none" strike="noStrike" cap="none" normalizeH="0" baseline="0" dirty="0">
              <a:ln>
                <a:noFill/>
              </a:ln>
              <a:solidFill>
                <a:schemeClr val="tx1"/>
              </a:solidFill>
              <a:effectLst/>
            </a:endParaRPr>
          </a:p>
        </p:txBody>
      </p:sp>
      <p:sp>
        <p:nvSpPr>
          <p:cNvPr id="8" name="矩形 7"/>
          <p:cNvSpPr/>
          <p:nvPr/>
        </p:nvSpPr>
        <p:spPr>
          <a:xfrm>
            <a:off x="1098115" y="2494455"/>
            <a:ext cx="8081058" cy="646331"/>
          </a:xfrm>
          <a:prstGeom prst="rect">
            <a:avLst/>
          </a:prstGeom>
        </p:spPr>
        <p:txBody>
          <a:bodyPr wrap="none">
            <a:spAutoFit/>
          </a:bodyPr>
          <a:lstStyle/>
          <a:p>
            <a:pPr lvl="0" eaLnBrk="0" fontAlgn="base" hangingPunct="0">
              <a:spcBef>
                <a:spcPct val="0"/>
              </a:spcBef>
              <a:spcAft>
                <a:spcPct val="0"/>
              </a:spcAft>
            </a:pPr>
            <a:r>
              <a:rPr lang="en-US" altLang="zh-CN" dirty="0">
                <a:latin typeface="等线" panose="02010600030101010101" pitchFamily="2" charset="-122"/>
                <a:ea typeface="等线" panose="02010600030101010101" pitchFamily="2" charset="-122"/>
                <a:cs typeface="Times New Roman" panose="02020603050405020304" pitchFamily="18" charset="0"/>
              </a:rPr>
              <a:t>What is the language L(G) specified by G?</a:t>
            </a:r>
          </a:p>
          <a:p>
            <a:pPr eaLnBrk="0" fontAlgn="base" hangingPunct="0">
              <a:spcBef>
                <a:spcPct val="0"/>
              </a:spcBef>
              <a:spcAft>
                <a:spcPct val="0"/>
              </a:spcAft>
            </a:pPr>
            <a:r>
              <a:rPr lang="en-US" altLang="zh-CN" dirty="0">
                <a:latin typeface="等线" panose="02010600030101010101" pitchFamily="2" charset="-122"/>
                <a:ea typeface="等线" panose="02010600030101010101" pitchFamily="2" charset="-122"/>
                <a:cs typeface="Times New Roman" panose="02020603050405020304" pitchFamily="18" charset="0"/>
              </a:rPr>
              <a:t>Write the leftmost and rightmost derivations of the sentences 0127, 34 and 568.</a:t>
            </a:r>
            <a:endParaRPr lang="en-US" altLang="zh-CN" dirty="0"/>
          </a:p>
        </p:txBody>
      </p:sp>
      <p:sp>
        <p:nvSpPr>
          <p:cNvPr id="9" name="矩形 8"/>
          <p:cNvSpPr/>
          <p:nvPr/>
        </p:nvSpPr>
        <p:spPr>
          <a:xfrm>
            <a:off x="828675" y="4607361"/>
            <a:ext cx="6107257" cy="369332"/>
          </a:xfrm>
          <a:prstGeom prst="rect">
            <a:avLst/>
          </a:prstGeom>
        </p:spPr>
        <p:txBody>
          <a:bodyPr wrap="square">
            <a:spAutoFit/>
          </a:bodyPr>
          <a:lstStyle/>
          <a:p>
            <a:pPr lvl="0" eaLnBrk="0" fontAlgn="base" hangingPunct="0">
              <a:spcBef>
                <a:spcPct val="0"/>
              </a:spcBef>
              <a:spcAft>
                <a:spcPct val="0"/>
              </a:spcAft>
            </a:pPr>
            <a:r>
              <a:rPr lang="en-US" altLang="zh-CN" dirty="0">
                <a:latin typeface="等线" panose="02010600030101010101" pitchFamily="2" charset="-122"/>
                <a:ea typeface="等线" panose="02010600030101010101" pitchFamily="2" charset="-122"/>
                <a:cs typeface="Times New Roman" panose="02020603050405020304" pitchFamily="18" charset="0"/>
              </a:rPr>
              <a:t>(3) Write the grammars for the following languages</a:t>
            </a:r>
            <a:endParaRPr lang="en-US" altLang="zh-CN" dirty="0"/>
          </a:p>
        </p:txBody>
      </p:sp>
    </p:spTree>
    <p:extLst>
      <p:ext uri="{BB962C8B-B14F-4D97-AF65-F5344CB8AC3E}">
        <p14:creationId xmlns:p14="http://schemas.microsoft.com/office/powerpoint/2010/main" val="35240926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学术文献 16x9">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_9411639_TF03431380_TF03431380" id="{9AE2BD50-F2AD-48C6-8A81-F7D7390F9E40}" vid="{822244C9-F44A-41EE-AAAB-DAE7A533DA64}"/>
    </a:ext>
  </a:extLst>
</a:theme>
</file>

<file path=ppt/theme/theme2.xml><?xml version="1.0" encoding="utf-8"?>
<a:theme xmlns:a="http://schemas.openxmlformats.org/drawingml/2006/main" name="Office 主题">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APDescription xmlns="4873beb7-5857-4685-be1f-d57550cc96cc" xsi:nil="true"/>
    <AssetExpire xmlns="4873beb7-5857-4685-be1f-d57550cc96cc">2029-01-01T08:00:00+00:00</AssetExpire>
    <CampaignTagsTaxHTField0 xmlns="4873beb7-5857-4685-be1f-d57550cc96cc">
      <Terms xmlns="http://schemas.microsoft.com/office/infopath/2007/PartnerControls"/>
    </CampaignTagsTaxHTField0>
    <IntlLangReviewDate xmlns="4873beb7-5857-4685-be1f-d57550cc96cc" xsi:nil="true"/>
    <TPFriendlyName xmlns="4873beb7-5857-4685-be1f-d57550cc96cc" xsi:nil="true"/>
    <IntlLangReview xmlns="4873beb7-5857-4685-be1f-d57550cc96cc">false</IntlLangReview>
    <LocLastLocAttemptVersionLookup xmlns="4873beb7-5857-4685-be1f-d57550cc96cc">855024</LocLastLocAttemptVersionLookup>
    <PolicheckWords xmlns="4873beb7-5857-4685-be1f-d57550cc96cc" xsi:nil="true"/>
    <SubmitterId xmlns="4873beb7-5857-4685-be1f-d57550cc96cc" xsi:nil="true"/>
    <AcquiredFrom xmlns="4873beb7-5857-4685-be1f-d57550cc96cc">Internal MS</AcquiredFrom>
    <EditorialStatus xmlns="4873beb7-5857-4685-be1f-d57550cc96cc">Complete</EditorialStatus>
    <Markets xmlns="4873beb7-5857-4685-be1f-d57550cc96cc"/>
    <OriginAsset xmlns="4873beb7-5857-4685-be1f-d57550cc96cc" xsi:nil="true"/>
    <AssetStart xmlns="4873beb7-5857-4685-be1f-d57550cc96cc">2012-08-31T08:50:00+00:00</AssetStart>
    <FriendlyTitle xmlns="4873beb7-5857-4685-be1f-d57550cc96cc" xsi:nil="true"/>
    <MarketSpecific xmlns="4873beb7-5857-4685-be1f-d57550cc96cc">false</MarketSpecific>
    <TPNamespace xmlns="4873beb7-5857-4685-be1f-d57550cc96cc" xsi:nil="true"/>
    <PublishStatusLookup xmlns="4873beb7-5857-4685-be1f-d57550cc96cc">
      <Value>1616423</Value>
    </PublishStatusLookup>
    <APAuthor xmlns="4873beb7-5857-4685-be1f-d57550cc96cc">
      <UserInfo>
        <DisplayName>REDMOND\kristaa</DisplayName>
        <AccountId>136</AccountId>
        <AccountType/>
      </UserInfo>
    </APAuthor>
    <TPCommandLine xmlns="4873beb7-5857-4685-be1f-d57550cc96cc" xsi:nil="true"/>
    <IntlLangReviewer xmlns="4873beb7-5857-4685-be1f-d57550cc96cc" xsi:nil="true"/>
    <OpenTemplate xmlns="4873beb7-5857-4685-be1f-d57550cc96cc">true</OpenTemplate>
    <CSXSubmissionDate xmlns="4873beb7-5857-4685-be1f-d57550cc96cc" xsi:nil="true"/>
    <TaxCatchAll xmlns="4873beb7-5857-4685-be1f-d57550cc96cc"/>
    <Manager xmlns="4873beb7-5857-4685-be1f-d57550cc96cc" xsi:nil="true"/>
    <NumericId xmlns="4873beb7-5857-4685-be1f-d57550cc96cc" xsi:nil="true"/>
    <ParentAssetId xmlns="4873beb7-5857-4685-be1f-d57550cc96cc" xsi:nil="true"/>
    <OriginalSourceMarket xmlns="4873beb7-5857-4685-be1f-d57550cc96cc" xsi:nil="true"/>
    <ApprovalStatus xmlns="4873beb7-5857-4685-be1f-d57550cc96cc">InProgress</ApprovalStatus>
    <TPComponent xmlns="4873beb7-5857-4685-be1f-d57550cc96cc" xsi:nil="true"/>
    <EditorialTags xmlns="4873beb7-5857-4685-be1f-d57550cc96cc" xsi:nil="true"/>
    <TPExecutable xmlns="4873beb7-5857-4685-be1f-d57550cc96cc" xsi:nil="true"/>
    <TPLaunchHelpLink xmlns="4873beb7-5857-4685-be1f-d57550cc96cc" xsi:nil="true"/>
    <LocComments xmlns="4873beb7-5857-4685-be1f-d57550cc96cc" xsi:nil="true"/>
    <LocRecommendedHandoff xmlns="4873beb7-5857-4685-be1f-d57550cc96cc" xsi:nil="true"/>
    <SourceTitle xmlns="4873beb7-5857-4685-be1f-d57550cc96cc" xsi:nil="true"/>
    <CSXUpdate xmlns="4873beb7-5857-4685-be1f-d57550cc96cc">false</CSXUpdate>
    <IntlLocPriority xmlns="4873beb7-5857-4685-be1f-d57550cc96cc" xsi:nil="true"/>
    <UAProjectedTotalWords xmlns="4873beb7-5857-4685-be1f-d57550cc96cc" xsi:nil="true"/>
    <AssetType xmlns="4873beb7-5857-4685-be1f-d57550cc96cc">TP</AssetType>
    <MachineTranslated xmlns="4873beb7-5857-4685-be1f-d57550cc96cc">false</MachineTranslated>
    <OutputCachingOn xmlns="4873beb7-5857-4685-be1f-d57550cc96cc">false</OutputCachingOn>
    <TemplateStatus xmlns="4873beb7-5857-4685-be1f-d57550cc96cc">Complete</TemplateStatus>
    <IsSearchable xmlns="4873beb7-5857-4685-be1f-d57550cc96cc">true</IsSearchable>
    <ContentItem xmlns="4873beb7-5857-4685-be1f-d57550cc96cc" xsi:nil="true"/>
    <HandoffToMSDN xmlns="4873beb7-5857-4685-be1f-d57550cc96cc" xsi:nil="true"/>
    <ShowIn xmlns="4873beb7-5857-4685-be1f-d57550cc96cc">Show everywhere</ShowIn>
    <ThumbnailAssetId xmlns="4873beb7-5857-4685-be1f-d57550cc96cc" xsi:nil="true"/>
    <UALocComments xmlns="4873beb7-5857-4685-be1f-d57550cc96cc" xsi:nil="true"/>
    <UALocRecommendation xmlns="4873beb7-5857-4685-be1f-d57550cc96cc">Localize</UALocRecommendation>
    <LastModifiedDateTime xmlns="4873beb7-5857-4685-be1f-d57550cc96cc" xsi:nil="true"/>
    <LegacyData xmlns="4873beb7-5857-4685-be1f-d57550cc96cc" xsi:nil="true"/>
    <LocManualTestRequired xmlns="4873beb7-5857-4685-be1f-d57550cc96cc">false</LocManualTestRequired>
    <LocMarketGroupTiers2 xmlns="4873beb7-5857-4685-be1f-d57550cc96cc" xsi:nil="true"/>
    <ClipArtFilename xmlns="4873beb7-5857-4685-be1f-d57550cc96cc" xsi:nil="true"/>
    <TPApplication xmlns="4873beb7-5857-4685-be1f-d57550cc96cc" xsi:nil="true"/>
    <CSXHash xmlns="4873beb7-5857-4685-be1f-d57550cc96cc" xsi:nil="true"/>
    <DirectSourceMarket xmlns="4873beb7-5857-4685-be1f-d57550cc96cc" xsi:nil="true"/>
    <PrimaryImageGen xmlns="4873beb7-5857-4685-be1f-d57550cc96cc">true</PrimaryImageGen>
    <PlannedPubDate xmlns="4873beb7-5857-4685-be1f-d57550cc96cc" xsi:nil="true"/>
    <CSXSubmissionMarket xmlns="4873beb7-5857-4685-be1f-d57550cc96cc" xsi:nil="true"/>
    <Downloads xmlns="4873beb7-5857-4685-be1f-d57550cc96cc">0</Downloads>
    <ArtSampleDocs xmlns="4873beb7-5857-4685-be1f-d57550cc96cc" xsi:nil="true"/>
    <TrustLevel xmlns="4873beb7-5857-4685-be1f-d57550cc96cc">1 Microsoft Managed Content</TrustLevel>
    <BlockPublish xmlns="4873beb7-5857-4685-be1f-d57550cc96cc">false</BlockPublish>
    <TPLaunchHelpLinkType xmlns="4873beb7-5857-4685-be1f-d57550cc96cc">Template</TPLaunchHelpLinkType>
    <LocalizationTagsTaxHTField0 xmlns="4873beb7-5857-4685-be1f-d57550cc96cc">
      <Terms xmlns="http://schemas.microsoft.com/office/infopath/2007/PartnerControls"/>
    </LocalizationTagsTaxHTField0>
    <BusinessGroup xmlns="4873beb7-5857-4685-be1f-d57550cc96cc" xsi:nil="true"/>
    <Providers xmlns="4873beb7-5857-4685-be1f-d57550cc96cc" xsi:nil="true"/>
    <TemplateTemplateType xmlns="4873beb7-5857-4685-be1f-d57550cc96cc">PowerPoint Presentation Template</TemplateTemplateType>
    <TimesCloned xmlns="4873beb7-5857-4685-be1f-d57550cc96cc" xsi:nil="true"/>
    <TPAppVersion xmlns="4873beb7-5857-4685-be1f-d57550cc96cc" xsi:nil="true"/>
    <VoteCount xmlns="4873beb7-5857-4685-be1f-d57550cc96cc" xsi:nil="true"/>
    <AverageRating xmlns="4873beb7-5857-4685-be1f-d57550cc96cc" xsi:nil="true"/>
    <FeatureTagsTaxHTField0 xmlns="4873beb7-5857-4685-be1f-d57550cc96cc">
      <Terms xmlns="http://schemas.microsoft.com/office/infopath/2007/PartnerControls"/>
    </FeatureTagsTaxHTField0>
    <Provider xmlns="4873beb7-5857-4685-be1f-d57550cc96cc" xsi:nil="true"/>
    <UACurrentWords xmlns="4873beb7-5857-4685-be1f-d57550cc96cc" xsi:nil="true"/>
    <AssetId xmlns="4873beb7-5857-4685-be1f-d57550cc96cc">TP103431361</AssetId>
    <TPClientViewer xmlns="4873beb7-5857-4685-be1f-d57550cc96cc" xsi:nil="true"/>
    <DSATActionTaken xmlns="4873beb7-5857-4685-be1f-d57550cc96cc" xsi:nil="true"/>
    <APEditor xmlns="4873beb7-5857-4685-be1f-d57550cc96cc">
      <UserInfo>
        <DisplayName/>
        <AccountId xsi:nil="true"/>
        <AccountType/>
      </UserInfo>
    </APEditor>
    <TPInstallLocation xmlns="4873beb7-5857-4685-be1f-d57550cc96cc" xsi:nil="true"/>
    <OOCacheId xmlns="4873beb7-5857-4685-be1f-d57550cc96cc" xsi:nil="true"/>
    <IsDeleted xmlns="4873beb7-5857-4685-be1f-d57550cc96cc">false</IsDeleted>
    <PublishTargets xmlns="4873beb7-5857-4685-be1f-d57550cc96cc">OfficeOnlineVNext</PublishTargets>
    <ApprovalLog xmlns="4873beb7-5857-4685-be1f-d57550cc96cc" xsi:nil="true"/>
    <BugNumber xmlns="4873beb7-5857-4685-be1f-d57550cc96cc" xsi:nil="true"/>
    <CrawlForDependencies xmlns="4873beb7-5857-4685-be1f-d57550cc96cc">false</CrawlForDependencies>
    <InternalTagsTaxHTField0 xmlns="4873beb7-5857-4685-be1f-d57550cc96cc">
      <Terms xmlns="http://schemas.microsoft.com/office/infopath/2007/PartnerControls"/>
    </InternalTagsTaxHTField0>
    <LastHandOff xmlns="4873beb7-5857-4685-be1f-d57550cc96cc" xsi:nil="true"/>
    <Milestone xmlns="4873beb7-5857-4685-be1f-d57550cc96cc" xsi:nil="true"/>
    <OriginalRelease xmlns="4873beb7-5857-4685-be1f-d57550cc96cc">15</OriginalRelease>
    <RecommendationsModifier xmlns="4873beb7-5857-4685-be1f-d57550cc96cc" xsi:nil="true"/>
    <ScenarioTagsTaxHTField0 xmlns="4873beb7-5857-4685-be1f-d57550cc96cc">
      <Terms xmlns="http://schemas.microsoft.com/office/infopath/2007/PartnerControls"/>
    </ScenarioTagsTaxHTField0>
    <UANotes xmlns="4873beb7-5857-4685-be1f-d57550cc96cc" xsi:nil="true"/>
  </documentManagement>
</p:properties>
</file>

<file path=customXml/item2.xml><?xml version="1.0" encoding="utf-8"?>
<?mso-contentType ?>
<FormTemplates xmlns="http://schemas.microsoft.com/sharepoint/v3/contenttype/forms">
  <Display>DocumentLibraryForm</Display>
  <Edit>AssetEditForm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TemplateFile" ma:contentTypeID="0x0101006EDDDB5EE6D98C44930B742096920B300400F5B6D36B3EF94B4E9A635CDF2A18F5B8" ma:contentTypeVersion="72" ma:contentTypeDescription="Create a new document." ma:contentTypeScope="" ma:versionID="a23e56308344d904b51738559c3d67c9">
  <xsd:schema xmlns:xsd="http://www.w3.org/2001/XMLSchema" xmlns:xs="http://www.w3.org/2001/XMLSchema" xmlns:p="http://schemas.microsoft.com/office/2006/metadata/properties" xmlns:ns2="4873beb7-5857-4685-be1f-d57550cc96cc" targetNamespace="http://schemas.microsoft.com/office/2006/metadata/properties" ma:root="true" ma:fieldsID="cd0908cc4600e77bf5da051303e00c8d" ns2:_="">
    <xsd:import namespace="4873beb7-5857-4685-be1f-d57550cc96cc"/>
    <xsd:element name="properties">
      <xsd:complexType>
        <xsd:sequence>
          <xsd:element name="documentManagement">
            <xsd:complexType>
              <xsd:all>
                <xsd:element ref="ns2:AcquiredFrom" minOccurs="0"/>
                <xsd:element ref="ns2:UACurrentWords" minOccurs="0"/>
                <xsd:element ref="ns2:TPApplication" minOccurs="0"/>
                <xsd:element ref="ns2:ApprovalLog" minOccurs="0"/>
                <xsd:element ref="ns2:ApprovalStatus" minOccurs="0"/>
                <xsd:element ref="ns2:AssetStart" minOccurs="0"/>
                <xsd:element ref="ns2:AssetExpire" minOccurs="0"/>
                <xsd:element ref="ns2:AssetId" minOccurs="0"/>
                <xsd:element ref="ns2:IsSearchable" minOccurs="0"/>
                <xsd:element ref="ns2:AssetType" minOccurs="0"/>
                <xsd:element ref="ns2:APAuthor" minOccurs="0"/>
                <xsd:element ref="ns2:AverageRating" minOccurs="0"/>
                <xsd:element ref="ns2:BlockPublish" minOccurs="0"/>
                <xsd:element ref="ns2:BugNumber" minOccurs="0"/>
                <xsd:element ref="ns2:CampaignTagsTaxHTField0" minOccurs="0"/>
                <xsd:element ref="ns2:TPClientViewer" minOccurs="0"/>
                <xsd:element ref="ns2:ClipArtFilename" minOccurs="0"/>
                <xsd:element ref="ns2:TPCommandLine" minOccurs="0"/>
                <xsd:element ref="ns2:TPComponent" minOccurs="0"/>
                <xsd:element ref="ns2:ContentItem" minOccurs="0"/>
                <xsd:element ref="ns2:CrawlForDependencies" minOccurs="0"/>
                <xsd:element ref="ns2:CSXHash" minOccurs="0"/>
                <xsd:element ref="ns2:CSXSubmissionMarket" minOccurs="0"/>
                <xsd:element ref="ns2:CSXUpdate" minOccurs="0"/>
                <xsd:element ref="ns2:IntlLangReviewDate" minOccurs="0"/>
                <xsd:element ref="ns2:IsDeleted" minOccurs="0"/>
                <xsd:element ref="ns2:APDescription" minOccurs="0"/>
                <xsd:element ref="ns2:DirectSourceMarket" minOccurs="0"/>
                <xsd:element ref="ns2:Downloads" minOccurs="0"/>
                <xsd:element ref="ns2:DSATActionTaken" minOccurs="0"/>
                <xsd:element ref="ns2:APEditor" minOccurs="0"/>
                <xsd:element ref="ns2:EditorialStatus" minOccurs="0"/>
                <xsd:element ref="ns2:EditorialTags" minOccurs="0"/>
                <xsd:element ref="ns2:TPExecutable" minOccurs="0"/>
                <xsd:element ref="ns2:FeatureTagsTaxHTField0" minOccurs="0"/>
                <xsd:element ref="ns2:TPFriendlyName" minOccurs="0"/>
                <xsd:element ref="ns2:FriendlyTitle" minOccurs="0"/>
                <xsd:element ref="ns2:PrimaryImageGen" minOccurs="0"/>
                <xsd:element ref="ns2:HandoffToMSDN" minOccurs="0"/>
                <xsd:element ref="ns2:InProjectListLookup" minOccurs="0"/>
                <xsd:element ref="ns2:TPInstallLocation" minOccurs="0"/>
                <xsd:element ref="ns2:InternalTagsTaxHTField0" minOccurs="0"/>
                <xsd:element ref="ns2:IntlLangReview" minOccurs="0"/>
                <xsd:element ref="ns2:IntlLangReviewer" minOccurs="0"/>
                <xsd:element ref="ns2:MarketSpecific" minOccurs="0"/>
                <xsd:element ref="ns2:LastCompleteVersionLookup" minOccurs="0"/>
                <xsd:element ref="ns2:LastHandOff" minOccurs="0"/>
                <xsd:element ref="ns2:LastModifiedDateTime" minOccurs="0"/>
                <xsd:element ref="ns2:LastPreviewErrorLookup" minOccurs="0"/>
                <xsd:element ref="ns2:LastPreviewResultLookup" minOccurs="0"/>
                <xsd:element ref="ns2:LastPreviewAttemptDateLookup" minOccurs="0"/>
                <xsd:element ref="ns2:LastPreviewedByLookup" minOccurs="0"/>
                <xsd:element ref="ns2:LastPreviewTimeLookup" minOccurs="0"/>
                <xsd:element ref="ns2:LastPreviewVersionLookup" minOccurs="0"/>
                <xsd:element ref="ns2:LastPublishErrorLookup" minOccurs="0"/>
                <xsd:element ref="ns2:LastPublishResultLookup" minOccurs="0"/>
                <xsd:element ref="ns2:LastPublishAttemptDateLookup" minOccurs="0"/>
                <xsd:element ref="ns2:LastPublishedByLookup" minOccurs="0"/>
                <xsd:element ref="ns2:LastPublishTimeLookup" minOccurs="0"/>
                <xsd:element ref="ns2:LastPublishVersionLookup" minOccurs="0"/>
                <xsd:element ref="ns2:TPLaunchHelpLinkType" minOccurs="0"/>
                <xsd:element ref="ns2:LegacyData" minOccurs="0"/>
                <xsd:element ref="ns2:TPLaunchHelpLink" minOccurs="0"/>
                <xsd:element ref="ns2:LocComments" minOccurs="0"/>
                <xsd:element ref="ns2:LocLastLocAttemptVersionLookup" minOccurs="0"/>
                <xsd:element ref="ns2:LocLastLocAttemptVersionTypeLookup" minOccurs="0"/>
                <xsd:element ref="ns2:LocManualTestRequired" minOccurs="0"/>
                <xsd:element ref="ns2:LocMarketGroupTiers2" minOccurs="0"/>
                <xsd:element ref="ns2:LocNewPublishedVersionLookup" minOccurs="0"/>
                <xsd:element ref="ns2:LocOverallHandbackStatusLookup" minOccurs="0"/>
                <xsd:element ref="ns2:LocOverallLocStatusLookup" minOccurs="0"/>
                <xsd:element ref="ns2:LocOverallPreviewStatusLookup" minOccurs="0"/>
                <xsd:element ref="ns2:LocOverallPublishStatusLookup" minOccurs="0"/>
                <xsd:element ref="ns2:IntlLocPriority" minOccurs="0"/>
                <xsd:element ref="ns2:LocProcessedForHandoffsLookup" minOccurs="0"/>
                <xsd:element ref="ns2:LocProcessedForMarketsLookup" minOccurs="0"/>
                <xsd:element ref="ns2:LocPublishedDependentAssetsLookup" minOccurs="0"/>
                <xsd:element ref="ns2:LocPublishedLinkedAssetsLookup" minOccurs="0"/>
                <xsd:element ref="ns2:LocRecommendedHandoff" minOccurs="0"/>
                <xsd:element ref="ns2:LocalizationTagsTaxHTField0" minOccurs="0"/>
                <xsd:element ref="ns2:MachineTranslated" minOccurs="0"/>
                <xsd:element ref="ns2:Manager" minOccurs="0"/>
                <xsd:element ref="ns2:Markets" minOccurs="0"/>
                <xsd:element ref="ns2:Milestone" minOccurs="0"/>
                <xsd:element ref="ns2:TPNamespace" minOccurs="0"/>
                <xsd:element ref="ns2:NumericId" minOccurs="0"/>
                <xsd:element ref="ns2:NumOfRatingsLookup" minOccurs="0"/>
                <xsd:element ref="ns2:OOCacheId" minOccurs="0"/>
                <xsd:element ref="ns2:OpenTemplate" minOccurs="0"/>
                <xsd:element ref="ns2:OriginAsset" minOccurs="0"/>
                <xsd:element ref="ns2:OriginalRelease" minOccurs="0"/>
                <xsd:element ref="ns2:OriginalSourceMarket" minOccurs="0"/>
                <xsd:element ref="ns2:OutputCachingOn" minOccurs="0"/>
                <xsd:element ref="ns2:ParentAssetId" minOccurs="0"/>
                <xsd:element ref="ns2:PlannedPubDate" minOccurs="0"/>
                <xsd:element ref="ns2:PolicheckWords" minOccurs="0"/>
                <xsd:element ref="ns2:BusinessGroup" minOccurs="0"/>
                <xsd:element ref="ns2:UAProjectedTotalWords" minOccurs="0"/>
                <xsd:element ref="ns2:Provider" minOccurs="0"/>
                <xsd:element ref="ns2:Providers" minOccurs="0"/>
                <xsd:element ref="ns2:PublishStatusLookup" minOccurs="0"/>
                <xsd:element ref="ns2:PublishTargets" minOccurs="0"/>
                <xsd:element ref="ns2:RecommendationsModifier" minOccurs="0"/>
                <xsd:element ref="ns2:ArtSampleDocs" minOccurs="0"/>
                <xsd:element ref="ns2:ScenarioTagsTaxHTField0" minOccurs="0"/>
                <xsd:element ref="ns2:ShowIn" minOccurs="0"/>
                <xsd:element ref="ns2:SourceTitle" minOccurs="0"/>
                <xsd:element ref="ns2:CSXSubmissionDate" minOccurs="0"/>
                <xsd:element ref="ns2:SubmitterId" minOccurs="0"/>
                <xsd:element ref="ns2:TaxCatchAll" minOccurs="0"/>
                <xsd:element ref="ns2:TaxCatchAllLabel" minOccurs="0"/>
                <xsd:element ref="ns2:TemplateStatus" minOccurs="0"/>
                <xsd:element ref="ns2:TemplateTemplateType" minOccurs="0"/>
                <xsd:element ref="ns2:ThumbnailAssetId" minOccurs="0"/>
                <xsd:element ref="ns2:TimesCloned" minOccurs="0"/>
                <xsd:element ref="ns2:TrustLevel" minOccurs="0"/>
                <xsd:element ref="ns2:UALocComments" minOccurs="0"/>
                <xsd:element ref="ns2:UALocRecommendation" minOccurs="0"/>
                <xsd:element ref="ns2:UANotes" minOccurs="0"/>
                <xsd:element ref="ns2:TPAppVersion" minOccurs="0"/>
                <xsd:element ref="ns2:VoteCoun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873beb7-5857-4685-be1f-d57550cc96cc" elementFormDefault="qualified">
    <xsd:import namespace="http://schemas.microsoft.com/office/2006/documentManagement/types"/>
    <xsd:import namespace="http://schemas.microsoft.com/office/infopath/2007/PartnerControls"/>
    <xsd:element name="AcquiredFrom" ma:index="1" nillable="true" ma:displayName="Acquired From" ma:default="Internal MS" ma:internalName="AcquiredFrom" ma:readOnly="false">
      <xsd:simpleType>
        <xsd:restriction base="dms:Choice">
          <xsd:enumeration value="Internal MS"/>
          <xsd:enumeration value="Community"/>
          <xsd:enumeration value="MVP"/>
          <xsd:enumeration value="Publisher"/>
          <xsd:enumeration value="Partner"/>
          <xsd:enumeration value="None"/>
        </xsd:restriction>
      </xsd:simpleType>
    </xsd:element>
    <xsd:element name="UACurrentWords" ma:index="2" nillable="true" ma:displayName="Actual Word Count" ma:default="" ma:internalName="UACurrentWords" ma:readOnly="false">
      <xsd:simpleType>
        <xsd:restriction base="dms:Unknown"/>
      </xsd:simpleType>
    </xsd:element>
    <xsd:element name="TPApplication" ma:index="3" nillable="true" ma:displayName="Application to Open Template With" ma:default="" ma:internalName="TPApplication">
      <xsd:simpleType>
        <xsd:restriction base="dms:Text"/>
      </xsd:simpleType>
    </xsd:element>
    <xsd:element name="ApprovalLog" ma:index="4" nillable="true" ma:displayName="Approval Log" ma:default="" ma:hidden="true" ma:internalName="ApprovalLog" ma:readOnly="false">
      <xsd:simpleType>
        <xsd:restriction base="dms:Note"/>
      </xsd:simpleType>
    </xsd:element>
    <xsd:element name="ApprovalStatus" ma:index="5" nillable="true" ma:displayName="Approval Status" ma:default="InProgress" ma:internalName="ApprovalStatus" ma:readOnly="false">
      <xsd:simpleType>
        <xsd:restriction base="dms:Choice">
          <xsd:enumeration value="InProgress"/>
          <xsd:enumeration value="Rejected"/>
          <xsd:enumeration value="Questionable"/>
          <xsd:enumeration value="ApprovedAutomatic"/>
          <xsd:enumeration value="ApprovedManual"/>
          <xsd:enumeration value="On Hold"/>
          <xsd:enumeration value="Needs Review"/>
          <xsd:enumeration value="A Violation"/>
          <xsd:enumeration value="Unpublished Violation"/>
        </xsd:restriction>
      </xsd:simpleType>
    </xsd:element>
    <xsd:element name="AssetStart" ma:index="6" nillable="true" ma:displayName="Asset Begin Date" ma:default="[Today]" ma:internalName="AssetStart" ma:readOnly="false">
      <xsd:simpleType>
        <xsd:restriction base="dms:DateTime"/>
      </xsd:simpleType>
    </xsd:element>
    <xsd:element name="AssetExpire" ma:index="7" nillable="true" ma:displayName="Asset End Date" ma:default="2029-01-01T08:00:00Z" ma:format="DateTime" ma:internalName="AssetExpire" ma:readOnly="false">
      <xsd:simpleType>
        <xsd:restriction base="dms:DateTime"/>
      </xsd:simpleType>
    </xsd:element>
    <xsd:element name="AssetId" ma:index="8" nillable="true" ma:displayName="Asset ID" ma:default="" ma:indexed="true" ma:internalName="AssetId" ma:readOnly="false">
      <xsd:simpleType>
        <xsd:restriction base="dms:Text">
          <xsd:maxLength value="255"/>
        </xsd:restriction>
      </xsd:simpleType>
    </xsd:element>
    <xsd:element name="IsSearchable" ma:index="9" nillable="true" ma:displayName="Asset Searchable?" ma:default="true" ma:internalName="IsSearchable" ma:readOnly="false">
      <xsd:simpleType>
        <xsd:restriction base="dms:Boolean"/>
      </xsd:simpleType>
    </xsd:element>
    <xsd:element name="AssetType" ma:index="10" nillable="true" ma:displayName="Asset Type" ma:default="" ma:internalName="AssetType" ma:readOnly="false">
      <xsd:simpleType>
        <xsd:restriction base="dms:Unknown"/>
      </xsd:simpleType>
    </xsd:element>
    <xsd:element name="APAuthor" ma:index="11" nillable="true" ma:displayName="Author" ma:default="" ma:list="UserInfo" ma:internalName="APAuthor"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AverageRating" ma:index="12" nillable="true" ma:displayName="Average Rating" ma:internalName="AverageRating" ma:readOnly="false">
      <xsd:simpleType>
        <xsd:restriction base="dms:Text"/>
      </xsd:simpleType>
    </xsd:element>
    <xsd:element name="BlockPublish" ma:index="13" nillable="true" ma:displayName="Block from Publishing?" ma:default="" ma:internalName="BlockPublish" ma:readOnly="false">
      <xsd:simpleType>
        <xsd:restriction base="dms:Boolean"/>
      </xsd:simpleType>
    </xsd:element>
    <xsd:element name="BugNumber" ma:index="14" nillable="true" ma:displayName="Bug Number" ma:default="" ma:internalName="BugNumber" ma:readOnly="false">
      <xsd:simpleType>
        <xsd:restriction base="dms:Text"/>
      </xsd:simpleType>
    </xsd:element>
    <xsd:element name="CampaignTagsTaxHTField0" ma:index="16" nillable="true" ma:taxonomy="true" ma:internalName="CampaignTagsTaxHTField0" ma:taxonomyFieldName="CampaignTags" ma:displayName="Campaigns" ma:readOnly="false" ma:default="" ma:fieldId="{1df42cc3-2301-4f11-a52a-6ead923c29ed}" ma:taxonomyMulti="true" ma:sspId="8f79753a-75d3-41f5-8ca3-40b843941b4f" ma:termSetId="ca0e50d4-faa1-44ce-961e-bb1441c60e66" ma:anchorId="00000000-0000-0000-0000-000000000000" ma:open="false" ma:isKeyword="false">
      <xsd:complexType>
        <xsd:sequence>
          <xsd:element ref="pc:Terms" minOccurs="0" maxOccurs="1"/>
        </xsd:sequence>
      </xsd:complexType>
    </xsd:element>
    <xsd:element name="TPClientViewer" ma:index="17" nillable="true" ma:displayName="Client Viewer" ma:default="" ma:internalName="TPClientViewer">
      <xsd:simpleType>
        <xsd:restriction base="dms:Text"/>
      </xsd:simpleType>
    </xsd:element>
    <xsd:element name="ClipArtFilename" ma:index="18" nillable="true" ma:displayName="Clip Art Name" ma:default="" ma:internalName="ClipArtFilename" ma:readOnly="false">
      <xsd:simpleType>
        <xsd:restriction base="dms:Text"/>
      </xsd:simpleType>
    </xsd:element>
    <xsd:element name="TPCommandLine" ma:index="19" nillable="true" ma:displayName="Command Line" ma:default="" ma:internalName="TPCommandLine">
      <xsd:simpleType>
        <xsd:restriction base="dms:Text"/>
      </xsd:simpleType>
    </xsd:element>
    <xsd:element name="TPComponent" ma:index="20" nillable="true" ma:displayName="Component" ma:default="" ma:internalName="TPComponent">
      <xsd:simpleType>
        <xsd:restriction base="dms:Text"/>
      </xsd:simpleType>
    </xsd:element>
    <xsd:element name="ContentItem" ma:index="21" nillable="true" ma:displayName="Content Item" ma:default="" ma:hidden="true" ma:internalName="ContentItem" ma:readOnly="false">
      <xsd:simpleType>
        <xsd:restriction base="dms:Unknown"/>
      </xsd:simpleType>
    </xsd:element>
    <xsd:element name="CrawlForDependencies" ma:index="23" nillable="true" ma:displayName="Crawl for Dependencies?" ma:default="true" ma:internalName="CrawlForDependencies" ma:readOnly="false">
      <xsd:simpleType>
        <xsd:restriction base="dms:Boolean"/>
      </xsd:simpleType>
    </xsd:element>
    <xsd:element name="CSXHash" ma:index="26" nillable="true" ma:displayName="CSX Hash" ma:default="" ma:indexed="true" ma:internalName="CSXHash" ma:readOnly="false">
      <xsd:simpleType>
        <xsd:restriction base="dms:Text"/>
      </xsd:simpleType>
    </xsd:element>
    <xsd:element name="CSXSubmissionMarket" ma:index="27" nillable="true" ma:displayName="CSX Submission Market" ma:default="" ma:list="{2FBD1B11-2ACE-4FDC-B5A3-635D4ADF6F1B}" ma:internalName="CSXSubmissionMarket" ma:readOnly="false" ma:showField="MarketName" ma:web="4873beb7-5857-4685-be1f-d57550cc96cc">
      <xsd:simpleType>
        <xsd:restriction base="dms:Lookup"/>
      </xsd:simpleType>
    </xsd:element>
    <xsd:element name="CSXUpdate" ma:index="28" nillable="true" ma:displayName="CSX Updated?" ma:default="false" ma:internalName="CSXUpdate" ma:readOnly="false">
      <xsd:simpleType>
        <xsd:restriction base="dms:Boolean"/>
      </xsd:simpleType>
    </xsd:element>
    <xsd:element name="IntlLangReviewDate" ma:index="29" nillable="true" ma:displayName="Date to Complete Intl QA" ma:default="" ma:internalName="IntlLangReviewDate" ma:readOnly="false">
      <xsd:simpleType>
        <xsd:restriction base="dms:DateTime"/>
      </xsd:simpleType>
    </xsd:element>
    <xsd:element name="IsDeleted" ma:index="30" nillable="true" ma:displayName="Deleted?" ma:default="" ma:internalName="IsDeleted" ma:readOnly="false">
      <xsd:simpleType>
        <xsd:restriction base="dms:Boolean"/>
      </xsd:simpleType>
    </xsd:element>
    <xsd:element name="APDescription" ma:index="31" nillable="true" ma:displayName="Description" ma:default="" ma:internalName="APDescription" ma:readOnly="false">
      <xsd:simpleType>
        <xsd:restriction base="dms:Note"/>
      </xsd:simpleType>
    </xsd:element>
    <xsd:element name="DirectSourceMarket" ma:index="32" nillable="true" ma:displayName="Direct Source Market Group" ma:default="" ma:internalName="DirectSourceMarket" ma:readOnly="false">
      <xsd:simpleType>
        <xsd:restriction base="dms:Text"/>
      </xsd:simpleType>
    </xsd:element>
    <xsd:element name="Downloads" ma:index="33" nillable="true" ma:displayName="Downloads" ma:default="0" ma:hidden="true" ma:internalName="Downloads" ma:readOnly="false">
      <xsd:simpleType>
        <xsd:restriction base="dms:Unknown"/>
      </xsd:simpleType>
    </xsd:element>
    <xsd:element name="DSATActionTaken" ma:index="34" nillable="true" ma:displayName="DSAT Action Taken" ma:default="" ma:internalName="DSATActionTaken" ma:readOnly="false">
      <xsd:simpleType>
        <xsd:restriction base="dms:Choice">
          <xsd:enumeration value="Best Bets"/>
          <xsd:enumeration value="Expire"/>
          <xsd:enumeration value="Hide"/>
          <xsd:enumeration value="None"/>
        </xsd:restriction>
      </xsd:simpleType>
    </xsd:element>
    <xsd:element name="APEditor" ma:index="35" nillable="true" ma:displayName="Editor" ma:default="" ma:list="UserInfo" ma:internalName="APEditor"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EditorialStatus" ma:index="36" nillable="true" ma:displayName="Editorial Status" ma:default="" ma:internalName="EditorialStatus" ma:readOnly="false">
      <xsd:simpleType>
        <xsd:restriction base="dms:Unknown"/>
      </xsd:simpleType>
    </xsd:element>
    <xsd:element name="EditorialTags" ma:index="37" nillable="true" ma:displayName="Editorial Tags" ma:default="" ma:internalName="EditorialTags">
      <xsd:simpleType>
        <xsd:restriction base="dms:Unknown"/>
      </xsd:simpleType>
    </xsd:element>
    <xsd:element name="TPExecutable" ma:index="38" nillable="true" ma:displayName="Executable" ma:default="" ma:internalName="TPExecutable">
      <xsd:simpleType>
        <xsd:restriction base="dms:Text"/>
      </xsd:simpleType>
    </xsd:element>
    <xsd:element name="FeatureTagsTaxHTField0" ma:index="40" nillable="true" ma:taxonomy="true" ma:internalName="FeatureTagsTaxHTField0" ma:taxonomyFieldName="FeatureTags" ma:displayName="Features" ma:readOnly="false" ma:default="" ma:fieldId="{7fc0d542-15c6-4882-a8e3-13bca44403fb}" ma:taxonomyMulti="true" ma:sspId="8f79753a-75d3-41f5-8ca3-40b843941b4f" ma:termSetId="f1ab6845-967d-4854-a0ba-4ec07f0f8113" ma:anchorId="00000000-0000-0000-0000-000000000000" ma:open="false" ma:isKeyword="false">
      <xsd:complexType>
        <xsd:sequence>
          <xsd:element ref="pc:Terms" minOccurs="0" maxOccurs="1"/>
        </xsd:sequence>
      </xsd:complexType>
    </xsd:element>
    <xsd:element name="TPFriendlyName" ma:index="41" nillable="true" ma:displayName="Friendly Name" ma:default="" ma:internalName="TPFriendlyName">
      <xsd:simpleType>
        <xsd:restriction base="dms:Text"/>
      </xsd:simpleType>
    </xsd:element>
    <xsd:element name="FriendlyTitle" ma:index="42" nillable="true" ma:displayName="Friendly Title" ma:default="" ma:description="Shorter title to be used when displaying search results" ma:internalName="FriendlyTitle" ma:readOnly="false">
      <xsd:simpleType>
        <xsd:restriction base="dms:Text"/>
      </xsd:simpleType>
    </xsd:element>
    <xsd:element name="PrimaryImageGen" ma:index="43" nillable="true" ma:displayName="Generate Images?" ma:default="true" ma:internalName="PrimaryImageGen">
      <xsd:simpleType>
        <xsd:restriction base="dms:Boolean"/>
      </xsd:simpleType>
    </xsd:element>
    <xsd:element name="HandoffToMSDN" ma:index="44" nillable="true" ma:displayName="Handoff To MSDN Date" ma:default="" ma:internalName="HandoffToMSDN" ma:readOnly="false">
      <xsd:simpleType>
        <xsd:restriction base="dms:DateTime"/>
      </xsd:simpleType>
    </xsd:element>
    <xsd:element name="InProjectListLookup" ma:index="45" nillable="true" ma:displayName="InProjectListLookup" ma:list="{9E343742-310B-4684-A24C-1D137CB4B230}" ma:internalName="InProjectListLookup" ma:readOnly="true" ma:showField="InProjectLis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PInstallLocation" ma:index="46" nillable="true" ma:displayName="Install Location" ma:default="" ma:internalName="TPInstallLocation">
      <xsd:simpleType>
        <xsd:restriction base="dms:Text"/>
      </xsd:simpleType>
    </xsd:element>
    <xsd:element name="InternalTagsTaxHTField0" ma:index="48" nillable="true" ma:taxonomy="true" ma:internalName="InternalTagsTaxHTField0" ma:taxonomyFieldName="InternalTags" ma:displayName="Internal Tags" ma:readOnly="false" ma:default="" ma:fieldId="{1490b8a4-2706-41ec-b5e3-73176dccf34e}" ma:taxonomyMulti="true" ma:sspId="8f79753a-75d3-41f5-8ca3-40b843941b4f" ma:termSetId="82b6639e-f7fc-4c18-ad2d-003a6e707765" ma:anchorId="00000000-0000-0000-0000-000000000000" ma:open="false" ma:isKeyword="false">
      <xsd:complexType>
        <xsd:sequence>
          <xsd:element ref="pc:Terms" minOccurs="0" maxOccurs="1"/>
        </xsd:sequence>
      </xsd:complexType>
    </xsd:element>
    <xsd:element name="IntlLangReview" ma:index="49" nillable="true" ma:displayName="Intl Lang QA Review Required?" ma:default="" ma:internalName="IntlLangReview" ma:readOnly="false">
      <xsd:simpleType>
        <xsd:restriction base="dms:Boolean"/>
      </xsd:simpleType>
    </xsd:element>
    <xsd:element name="IntlLangReviewer" ma:index="50" nillable="true" ma:displayName="Intl Lang QA Reviewer" ma:default="" ma:internalName="IntlLangReviewer" ma:readOnly="false">
      <xsd:simpleType>
        <xsd:restriction base="dms:Text"/>
      </xsd:simpleType>
    </xsd:element>
    <xsd:element name="MarketSpecific" ma:index="51" nillable="true" ma:displayName="Is Market Specific?" ma:default="" ma:internalName="MarketSpecific" ma:readOnly="false">
      <xsd:simpleType>
        <xsd:restriction base="dms:Boolean"/>
      </xsd:simpleType>
    </xsd:element>
    <xsd:element name="LastCompleteVersionLookup" ma:index="52" nillable="true" ma:displayName="Last Complete Version Lookup" ma:default="" ma:list="{9E343742-310B-4684-A24C-1D137CB4B230}" ma:internalName="LastCompleteVersionLookup" ma:readOnly="true" ma:showField="LastComplete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HandOff" ma:index="53" nillable="true" ma:displayName="Last Hand-off" ma:default="" ma:internalName="LastHandOff" ma:readOnly="false">
      <xsd:simpleType>
        <xsd:restriction base="dms:DateTime"/>
      </xsd:simpleType>
    </xsd:element>
    <xsd:element name="LastModifiedDateTime" ma:index="54" nillable="true" ma:displayName="Last Modified Date" ma:default="" ma:internalName="LastModifiedDateTime" ma:readOnly="false">
      <xsd:simpleType>
        <xsd:restriction base="dms:DateTime"/>
      </xsd:simpleType>
    </xsd:element>
    <xsd:element name="LastPreviewErrorLookup" ma:index="55" nillable="true" ma:displayName="Last Preview Attempt Error" ma:default="" ma:list="{9E343742-310B-4684-A24C-1D137CB4B230}" ma:internalName="LastPreviewErrorLookup" ma:readOnly="true" ma:showField="LastPreviewError"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ResultLookup" ma:index="56" nillable="true" ma:displayName="Last Preview Attempt Result" ma:default="" ma:list="{9E343742-310B-4684-A24C-1D137CB4B230}" ma:internalName="LastPreviewResultLookup" ma:readOnly="true" ma:showField="LastPreviewResul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AttemptDateLookup" ma:index="57" nillable="true" ma:displayName="Last Preview Attempted On" ma:default="" ma:list="{9E343742-310B-4684-A24C-1D137CB4B230}" ma:internalName="LastPreviewAttemptDateLookup" ma:readOnly="true" ma:showField="LastPreviewAttemptDat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edByLookup" ma:index="58" nillable="true" ma:displayName="Last Previewed By" ma:default="" ma:list="{9E343742-310B-4684-A24C-1D137CB4B230}" ma:internalName="LastPreviewedByLookup" ma:readOnly="true" ma:showField="LastPreviewedBy"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TimeLookup" ma:index="59" nillable="true" ma:displayName="Last Previewed Date" ma:default="" ma:list="{9E343742-310B-4684-A24C-1D137CB4B230}" ma:internalName="LastPreviewTimeLookup" ma:readOnly="true" ma:showField="LastPreviewTi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VersionLookup" ma:index="60" nillable="true" ma:displayName="Last Previewed Version" ma:default="" ma:list="{9E343742-310B-4684-A24C-1D137CB4B230}" ma:internalName="LastPreviewVersionLookup" ma:readOnly="true" ma:showField="LastPreview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ErrorLookup" ma:index="61" nillable="true" ma:displayName="Last Publish Attempt Error" ma:default="" ma:list="{9E343742-310B-4684-A24C-1D137CB4B230}" ma:internalName="LastPublishErrorLookup" ma:readOnly="true" ma:showField="LastPublishError"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ResultLookup" ma:index="62" nillable="true" ma:displayName="Last Publish Attempt Result" ma:default="" ma:list="{9E343742-310B-4684-A24C-1D137CB4B230}" ma:internalName="LastPublishResultLookup" ma:readOnly="true" ma:showField="LastPublishResul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AttemptDateLookup" ma:index="63" nillable="true" ma:displayName="Last Publish Attempted On" ma:default="" ma:list="{9E343742-310B-4684-A24C-1D137CB4B230}" ma:internalName="LastPublishAttemptDateLookup" ma:readOnly="true" ma:showField="LastPublishAttemptDat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edByLookup" ma:index="64" nillable="true" ma:displayName="Last Published By" ma:default="" ma:list="{9E343742-310B-4684-A24C-1D137CB4B230}" ma:internalName="LastPublishedByLookup" ma:readOnly="true" ma:showField="LastPublishedBy"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TimeLookup" ma:index="65" nillable="true" ma:displayName="Last Published Date" ma:default="" ma:list="{9E343742-310B-4684-A24C-1D137CB4B230}" ma:internalName="LastPublishTimeLookup" ma:readOnly="true" ma:showField="LastPublishTi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VersionLookup" ma:index="66" nillable="true" ma:displayName="Last Published Version" ma:default="" ma:list="{9E343742-310B-4684-A24C-1D137CB4B230}" ma:internalName="LastPublishVersionLookup" ma:readOnly="true" ma:showField="LastPublish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PLaunchHelpLinkType" ma:index="67" nillable="true" ma:displayName="Launch Help Link Type" ma:default="Template" ma:internalName="TPLaunchHelpLinkType">
      <xsd:simpleType>
        <xsd:restriction base="dms:Choice">
          <xsd:enumeration value="Template"/>
          <xsd:enumeration value="Training"/>
          <xsd:enumeration value="URL"/>
          <xsd:enumeration value="None"/>
        </xsd:restriction>
      </xsd:simpleType>
    </xsd:element>
    <xsd:element name="LegacyData" ma:index="68" nillable="true" ma:displayName="Legacy Data" ma:default="" ma:internalName="LegacyData" ma:readOnly="false">
      <xsd:simpleType>
        <xsd:restriction base="dms:Note"/>
      </xsd:simpleType>
    </xsd:element>
    <xsd:element name="TPLaunchHelpLink" ma:index="69" nillable="true" ma:displayName="Link to Launch Help Topic" ma:default="" ma:internalName="TPLaunchHelpLink">
      <xsd:simpleType>
        <xsd:restriction base="dms:Text"/>
      </xsd:simpleType>
    </xsd:element>
    <xsd:element name="LocComments" ma:index="70" nillable="true" ma:displayName="Loc Approval Comments" ma:default="" ma:internalName="LocComments" ma:readOnly="false">
      <xsd:simpleType>
        <xsd:restriction base="dms:Note"/>
      </xsd:simpleType>
    </xsd:element>
    <xsd:element name="LocLastLocAttemptVersionLookup" ma:index="71" nillable="true" ma:displayName="Loc Last Loc Attempt Version" ma:default="" ma:list="{7DD1DCEC-E449-43D3-891F-7DC62F62AD21}" ma:internalName="LocLastLocAttemptVersionLookup" ma:readOnly="false" ma:showField="LastLocAttemptVersion" ma:web="4873beb7-5857-4685-be1f-d57550cc96cc">
      <xsd:simpleType>
        <xsd:restriction base="dms:Lookup"/>
      </xsd:simpleType>
    </xsd:element>
    <xsd:element name="LocLastLocAttemptVersionTypeLookup" ma:index="72" nillable="true" ma:displayName="Loc Last Loc Attempt Version Type" ma:default="" ma:list="{7DD1DCEC-E449-43D3-891F-7DC62F62AD21}" ma:internalName="LocLastLocAttemptVersionTypeLookup" ma:readOnly="true" ma:showField="LastLocAttemptVersionType" ma:web="4873beb7-5857-4685-be1f-d57550cc96cc">
      <xsd:simpleType>
        <xsd:restriction base="dms:Lookup"/>
      </xsd:simpleType>
    </xsd:element>
    <xsd:element name="LocManualTestRequired" ma:index="73" nillable="true" ma:displayName="Loc Manual Test Required" ma:default="" ma:internalName="LocManualTestRequired" ma:readOnly="false">
      <xsd:simpleType>
        <xsd:restriction base="dms:Boolean"/>
      </xsd:simpleType>
    </xsd:element>
    <xsd:element name="LocMarketGroupTiers2" ma:index="74" nillable="true" ma:displayName="Loc Market Group Tiers" ma:internalName="LocMarketGroupTiers2" ma:readOnly="false">
      <xsd:simpleType>
        <xsd:restriction base="dms:Unknown"/>
      </xsd:simpleType>
    </xsd:element>
    <xsd:element name="LocNewPublishedVersionLookup" ma:index="75" nillable="true" ma:displayName="Loc New Published Version Lookup" ma:default="" ma:list="{7DD1DCEC-E449-43D3-891F-7DC62F62AD21}" ma:internalName="LocNewPublishedVersionLookup" ma:readOnly="true" ma:showField="NewPublishedVersion" ma:web="4873beb7-5857-4685-be1f-d57550cc96cc">
      <xsd:simpleType>
        <xsd:restriction base="dms:Lookup"/>
      </xsd:simpleType>
    </xsd:element>
    <xsd:element name="LocOverallHandbackStatusLookup" ma:index="76" nillable="true" ma:displayName="Loc Overall Handback Status" ma:default="" ma:list="{7DD1DCEC-E449-43D3-891F-7DC62F62AD21}" ma:internalName="LocOverallHandbackStatusLookup" ma:readOnly="true" ma:showField="OverallHandbackStatus" ma:web="4873beb7-5857-4685-be1f-d57550cc96cc">
      <xsd:simpleType>
        <xsd:restriction base="dms:Lookup"/>
      </xsd:simpleType>
    </xsd:element>
    <xsd:element name="LocOverallLocStatusLookup" ma:index="77" nillable="true" ma:displayName="Loc Overall Localize Status" ma:default="" ma:list="{7DD1DCEC-E449-43D3-891F-7DC62F62AD21}" ma:internalName="LocOverallLocStatusLookup" ma:readOnly="true" ma:showField="OverallLocStatus" ma:web="4873beb7-5857-4685-be1f-d57550cc96cc">
      <xsd:simpleType>
        <xsd:restriction base="dms:Lookup"/>
      </xsd:simpleType>
    </xsd:element>
    <xsd:element name="LocOverallPreviewStatusLookup" ma:index="78" nillable="true" ma:displayName="Loc Overall Preview Status" ma:default="" ma:list="{7DD1DCEC-E449-43D3-891F-7DC62F62AD21}" ma:internalName="LocOverallPreviewStatusLookup" ma:readOnly="true" ma:showField="OverallPreviewStatus" ma:web="4873beb7-5857-4685-be1f-d57550cc96cc">
      <xsd:simpleType>
        <xsd:restriction base="dms:Lookup"/>
      </xsd:simpleType>
    </xsd:element>
    <xsd:element name="LocOverallPublishStatusLookup" ma:index="79" nillable="true" ma:displayName="Loc Overall Publish Status" ma:default="" ma:list="{7DD1DCEC-E449-43D3-891F-7DC62F62AD21}" ma:internalName="LocOverallPublishStatusLookup" ma:readOnly="true" ma:showField="OverallPublishStatus" ma:web="4873beb7-5857-4685-be1f-d57550cc96cc">
      <xsd:simpleType>
        <xsd:restriction base="dms:Lookup"/>
      </xsd:simpleType>
    </xsd:element>
    <xsd:element name="IntlLocPriority" ma:index="80" nillable="true" ma:displayName="Loc Priority" ma:default="" ma:internalName="IntlLocPriority" ma:readOnly="false">
      <xsd:simpleType>
        <xsd:restriction base="dms:Unknown"/>
      </xsd:simpleType>
    </xsd:element>
    <xsd:element name="LocProcessedForHandoffsLookup" ma:index="81" nillable="true" ma:displayName="Loc Processed For Handoffs" ma:default="" ma:list="{7DD1DCEC-E449-43D3-891F-7DC62F62AD21}" ma:internalName="LocProcessedForHandoffsLookup" ma:readOnly="true" ma:showField="ProcessedForHandoffs" ma:web="4873beb7-5857-4685-be1f-d57550cc96cc">
      <xsd:simpleType>
        <xsd:restriction base="dms:Lookup"/>
      </xsd:simpleType>
    </xsd:element>
    <xsd:element name="LocProcessedForMarketsLookup" ma:index="82" nillable="true" ma:displayName="Loc Processed For Markets" ma:default="" ma:list="{7DD1DCEC-E449-43D3-891F-7DC62F62AD21}" ma:internalName="LocProcessedForMarketsLookup" ma:readOnly="true" ma:showField="ProcessedForMarkets" ma:web="4873beb7-5857-4685-be1f-d57550cc96cc">
      <xsd:simpleType>
        <xsd:restriction base="dms:Lookup"/>
      </xsd:simpleType>
    </xsd:element>
    <xsd:element name="LocPublishedDependentAssetsLookup" ma:index="83" nillable="true" ma:displayName="Loc Published Dependent Assets" ma:default="" ma:list="{7DD1DCEC-E449-43D3-891F-7DC62F62AD21}" ma:internalName="LocPublishedDependentAssetsLookup" ma:readOnly="true" ma:showField="PublishedDependentAssets" ma:web="4873beb7-5857-4685-be1f-d57550cc96cc">
      <xsd:simpleType>
        <xsd:restriction base="dms:Lookup"/>
      </xsd:simpleType>
    </xsd:element>
    <xsd:element name="LocPublishedLinkedAssetsLookup" ma:index="84" nillable="true" ma:displayName="Loc Published Linked Assets" ma:default="" ma:list="{7DD1DCEC-E449-43D3-891F-7DC62F62AD21}" ma:internalName="LocPublishedLinkedAssetsLookup" ma:readOnly="true" ma:showField="PublishedLinkedAssets" ma:web="4873beb7-5857-4685-be1f-d57550cc96cc">
      <xsd:simpleType>
        <xsd:restriction base="dms:Lookup"/>
      </xsd:simpleType>
    </xsd:element>
    <xsd:element name="LocRecommendedHandoff" ma:index="85" nillable="true" ma:displayName="Loc Recommended Handoff" ma:default="" ma:indexed="true" ma:internalName="LocRecommendedHandoff" ma:readOnly="false">
      <xsd:simpleType>
        <xsd:restriction base="dms:Text"/>
      </xsd:simpleType>
    </xsd:element>
    <xsd:element name="LocalizationTagsTaxHTField0" ma:index="87" nillable="true" ma:taxonomy="true" ma:internalName="LocalizationTagsTaxHTField0" ma:taxonomyFieldName="LocalizationTags" ma:displayName="Localization Tags" ma:readOnly="false" ma:default="" ma:fieldId="{00f02cb3-2c7c-424a-9c61-10e9b6878429}" ma:taxonomyMulti="true" ma:sspId="8f79753a-75d3-41f5-8ca3-40b843941b4f" ma:termSetId="5b7703a5-8e8b-4b58-8b31-1cea35331da3" ma:anchorId="00000000-0000-0000-0000-000000000000" ma:open="false" ma:isKeyword="false">
      <xsd:complexType>
        <xsd:sequence>
          <xsd:element ref="pc:Terms" minOccurs="0" maxOccurs="1"/>
        </xsd:sequence>
      </xsd:complexType>
    </xsd:element>
    <xsd:element name="MachineTranslated" ma:index="88" nillable="true" ma:displayName="Machine Translated" ma:default="" ma:internalName="MachineTranslated" ma:readOnly="false">
      <xsd:simpleType>
        <xsd:restriction base="dms:Boolean"/>
      </xsd:simpleType>
    </xsd:element>
    <xsd:element name="Manager" ma:index="89" nillable="true" ma:displayName="Manager" ma:hidden="true" ma:internalName="Manager" ma:readOnly="false">
      <xsd:simpleType>
        <xsd:restriction base="dms:Text"/>
      </xsd:simpleType>
    </xsd:element>
    <xsd:element name="Markets" ma:index="90" nillable="true" ma:displayName="Markets" ma:default="" ma:description="Leave blank to show in all markets" ma:list="{2FBD1B11-2ACE-4FDC-B5A3-635D4ADF6F1B}" ma:internalName="Markets" ma:readOnly="false" ma:showField="MarketNa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Milestone" ma:index="91" nillable="true" ma:displayName="Milestone" ma:default="" ma:internalName="Milestone" ma:readOnly="false">
      <xsd:simpleType>
        <xsd:restriction base="dms:Unknown"/>
      </xsd:simpleType>
    </xsd:element>
    <xsd:element name="TPNamespace" ma:index="94" nillable="true" ma:displayName="Namespace" ma:default="" ma:internalName="TPNamespace">
      <xsd:simpleType>
        <xsd:restriction base="dms:Text"/>
      </xsd:simpleType>
    </xsd:element>
    <xsd:element name="NumericId" ma:index="95" nillable="true" ma:displayName="Numeric ID" ma:default="" ma:indexed="true" ma:internalName="NumericId" ma:readOnly="false">
      <xsd:simpleType>
        <xsd:restriction base="dms:Number"/>
      </xsd:simpleType>
    </xsd:element>
    <xsd:element name="NumOfRatingsLookup" ma:index="96" nillable="true" ma:displayName="NumOfRatings" ma:default="" ma:list="{9E343742-310B-4684-A24C-1D137CB4B230}" ma:internalName="NumOfRatingsLookup" ma:readOnly="true" ma:showField="NumOfRatings"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OOCacheId" ma:index="97" nillable="true" ma:displayName="OOCacheId" ma:internalName="OOCacheId" ma:readOnly="false">
      <xsd:simpleType>
        <xsd:restriction base="dms:Text"/>
      </xsd:simpleType>
    </xsd:element>
    <xsd:element name="OpenTemplate" ma:index="98" nillable="true" ma:displayName="Open Template" ma:default="true" ma:internalName="OpenTemplate">
      <xsd:simpleType>
        <xsd:restriction base="dms:Boolean"/>
      </xsd:simpleType>
    </xsd:element>
    <xsd:element name="OriginAsset" ma:index="99" nillable="true" ma:displayName="Origin Asset" ma:default="" ma:internalName="OriginAsset" ma:readOnly="false">
      <xsd:simpleType>
        <xsd:restriction base="dms:Text"/>
      </xsd:simpleType>
    </xsd:element>
    <xsd:element name="OriginalRelease" ma:index="100" nillable="true" ma:displayName="Original Release" ma:default="15" ma:internalName="OriginalRelease" ma:readOnly="false">
      <xsd:simpleType>
        <xsd:restriction base="dms:Choice">
          <xsd:enumeration value="14"/>
          <xsd:enumeration value="15"/>
          <xsd:enumeration value="16"/>
        </xsd:restriction>
      </xsd:simpleType>
    </xsd:element>
    <xsd:element name="OriginalSourceMarket" ma:index="101" nillable="true" ma:displayName="Original Source Market Group" ma:default="" ma:internalName="OriginalSourceMarket" ma:readOnly="false">
      <xsd:simpleType>
        <xsd:restriction base="dms:Text"/>
      </xsd:simpleType>
    </xsd:element>
    <xsd:element name="OutputCachingOn" ma:index="102" nillable="true" ma:displayName="Output Caching" ma:default="true" ma:hidden="true" ma:internalName="OutputCachingOn" ma:readOnly="false">
      <xsd:simpleType>
        <xsd:restriction base="dms:Boolean"/>
      </xsd:simpleType>
    </xsd:element>
    <xsd:element name="ParentAssetId" ma:index="103" nillable="true" ma:displayName="Parent Asset Id" ma:default="" ma:internalName="ParentAssetId" ma:readOnly="false">
      <xsd:simpleType>
        <xsd:restriction base="dms:Text"/>
      </xsd:simpleType>
    </xsd:element>
    <xsd:element name="PlannedPubDate" ma:index="104" nillable="true" ma:displayName="Planned Publish Date" ma:default="" ma:indexed="true" ma:internalName="PlannedPubDate" ma:readOnly="false">
      <xsd:simpleType>
        <xsd:restriction base="dms:DateTime"/>
      </xsd:simpleType>
    </xsd:element>
    <xsd:element name="PolicheckWords" ma:index="105" nillable="true" ma:displayName="Policheck Words" ma:default="" ma:internalName="PolicheckWords" ma:readOnly="false">
      <xsd:simpleType>
        <xsd:restriction base="dms:Text"/>
      </xsd:simpleType>
    </xsd:element>
    <xsd:element name="BusinessGroup" ma:index="106" nillable="true" ma:displayName="Product Division Owner" ma:default="" ma:internalName="BusinessGroup" ma:readOnly="false">
      <xsd:simpleType>
        <xsd:restriction base="dms:Unknown"/>
      </xsd:simpleType>
    </xsd:element>
    <xsd:element name="UAProjectedTotalWords" ma:index="107" nillable="true" ma:displayName="Projected Word Count" ma:default="" ma:internalName="UAProjectedTotalWords" ma:readOnly="false">
      <xsd:simpleType>
        <xsd:restriction base="dms:Unknown"/>
      </xsd:simpleType>
    </xsd:element>
    <xsd:element name="Provider" ma:index="108" nillable="true" ma:displayName="Provider" ma:default="" ma:internalName="Provider" ma:readOnly="false">
      <xsd:simpleType>
        <xsd:restriction base="dms:Unknown"/>
      </xsd:simpleType>
    </xsd:element>
    <xsd:element name="Providers" ma:index="109" nillable="true" ma:displayName="Providers" ma:default="" ma:internalName="Providers">
      <xsd:simpleType>
        <xsd:restriction base="dms:Unknown"/>
      </xsd:simpleType>
    </xsd:element>
    <xsd:element name="PublishStatusLookup" ma:index="110" nillable="true" ma:displayName="Publish Status" ma:default="" ma:list="{9E343742-310B-4684-A24C-1D137CB4B230}" ma:internalName="PublishStatusLookup" ma:readOnly="false" ma:showField="PublishStatus"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PublishTargets" ma:index="111" nillable="true" ma:displayName="Publish Target" ma:default="OfficeOnlineVNext" ma:internalName="PublishTargets" ma:readOnly="false">
      <xsd:simpleType>
        <xsd:restriction base="dms:Unknown"/>
      </xsd:simpleType>
    </xsd:element>
    <xsd:element name="RecommendationsModifier" ma:index="112" nillable="true" ma:displayName="Recommendations Modifier" ma:default="" ma:internalName="RecommendationsModifier" ma:readOnly="false">
      <xsd:simpleType>
        <xsd:restriction base="dms:Number"/>
      </xsd:simpleType>
    </xsd:element>
    <xsd:element name="ArtSampleDocs" ma:index="113" nillable="true" ma:displayName="Sample Docs" ma:default="" ma:hidden="true" ma:internalName="ArtSampleDocs" ma:readOnly="false">
      <xsd:simpleType>
        <xsd:restriction base="dms:Text"/>
      </xsd:simpleType>
    </xsd:element>
    <xsd:element name="ScenarioTagsTaxHTField0" ma:index="115" nillable="true" ma:taxonomy="true" ma:internalName="ScenarioTagsTaxHTField0" ma:taxonomyFieldName="ScenarioTags" ma:displayName="Scenarios" ma:readOnly="false" ma:default="" ma:fieldId="{93aef74d-6c78-4815-8310-51477dceeccc}" ma:taxonomyMulti="true" ma:sspId="8f79753a-75d3-41f5-8ca3-40b843941b4f" ma:termSetId="4b7d5f16-e2f2-4fc0-bab3-6e8b931e57d6" ma:anchorId="00000000-0000-0000-0000-000000000000" ma:open="false" ma:isKeyword="false">
      <xsd:complexType>
        <xsd:sequence>
          <xsd:element ref="pc:Terms" minOccurs="0" maxOccurs="1"/>
        </xsd:sequence>
      </xsd:complexType>
    </xsd:element>
    <xsd:element name="ShowIn" ma:index="117" nillable="true" ma:displayName="Show In" ma:default="Show everywhere" ma:internalName="ShowIn" ma:readOnly="false">
      <xsd:simpleType>
        <xsd:restriction base="dms:Choice">
          <xsd:enumeration value="Hide on web"/>
          <xsd:enumeration value="On Web no search"/>
          <xsd:enumeration value="Show everywhere"/>
          <xsd:enumeration value="Special use only"/>
        </xsd:restriction>
      </xsd:simpleType>
    </xsd:element>
    <xsd:element name="SourceTitle" ma:index="118" nillable="true" ma:displayName="Source Title" ma:default="" ma:indexed="true" ma:internalName="SourceTitle" ma:readOnly="false">
      <xsd:simpleType>
        <xsd:restriction base="dms:Text"/>
      </xsd:simpleType>
    </xsd:element>
    <xsd:element name="CSXSubmissionDate" ma:index="119" nillable="true" ma:displayName="Submission Date" ma:default="" ma:internalName="CSXSubmissionDate" ma:readOnly="false">
      <xsd:simpleType>
        <xsd:restriction base="dms:DateTime"/>
      </xsd:simpleType>
    </xsd:element>
    <xsd:element name="SubmitterId" ma:index="120" nillable="true" ma:displayName="Submitter ID" ma:default="" ma:internalName="SubmitterId" ma:readOnly="false">
      <xsd:simpleType>
        <xsd:restriction base="dms:Text"/>
      </xsd:simpleType>
    </xsd:element>
    <xsd:element name="TaxCatchAll" ma:index="121" nillable="true" ma:displayName="Taxonomy Catch All Column" ma:hidden="true" ma:list="{530f955b-6704-4601-bd83-f81d87f1e440}" ma:internalName="TaxCatchAll" ma:showField="CatchAllData"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axCatchAllLabel" ma:index="122" nillable="true" ma:displayName="Taxonomy Catch All Column1" ma:hidden="true" ma:list="{530f955b-6704-4601-bd83-f81d87f1e440}" ma:internalName="TaxCatchAllLabel" ma:readOnly="true" ma:showField="CatchAllDataLabel"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emplateStatus" ma:index="123" nillable="true" ma:displayName="Template Status" ma:default="" ma:internalName="TemplateStatus">
      <xsd:simpleType>
        <xsd:restriction base="dms:Unknown"/>
      </xsd:simpleType>
    </xsd:element>
    <xsd:element name="TemplateTemplateType" ma:index="124" nillable="true" ma:displayName="Template Type" ma:default="" ma:internalName="TemplateTemplateType">
      <xsd:simpleType>
        <xsd:restriction base="dms:Unknown"/>
      </xsd:simpleType>
    </xsd:element>
    <xsd:element name="ThumbnailAssetId" ma:index="125" nillable="true" ma:displayName="Thumbnail Image Asset" ma:default="" ma:internalName="ThumbnailAssetId" ma:readOnly="false">
      <xsd:simpleType>
        <xsd:restriction base="dms:Text"/>
      </xsd:simpleType>
    </xsd:element>
    <xsd:element name="TimesCloned" ma:index="126" nillable="true" ma:displayName="Times Cloned" ma:default="" ma:internalName="TimesCloned" ma:readOnly="false">
      <xsd:simpleType>
        <xsd:restriction base="dms:Number"/>
      </xsd:simpleType>
    </xsd:element>
    <xsd:element name="TrustLevel" ma:index="128" nillable="true" ma:displayName="Trust Level" ma:default="1 Microsoft Managed Content" ma:internalName="TrustLevel" ma:readOnly="false">
      <xsd:simpleType>
        <xsd:restriction base="dms:Unknown"/>
      </xsd:simpleType>
    </xsd:element>
    <xsd:element name="UALocComments" ma:index="129" nillable="true" ma:displayName="UA Loc Comments" ma:default="" ma:internalName="UALocComments" ma:readOnly="false">
      <xsd:simpleType>
        <xsd:restriction base="dms:Note"/>
      </xsd:simpleType>
    </xsd:element>
    <xsd:element name="UALocRecommendation" ma:index="130" nillable="true" ma:displayName="UA Loc Recommendation" ma:default="Localize" ma:internalName="UALocRecommendation" ma:readOnly="false">
      <xsd:simpleType>
        <xsd:restriction base="dms:Choice">
          <xsd:enumeration value="Localize"/>
          <xsd:enumeration value="Never Localize"/>
          <xsd:enumeration value="Priority Localize"/>
        </xsd:restriction>
      </xsd:simpleType>
    </xsd:element>
    <xsd:element name="UANotes" ma:index="131" nillable="true" ma:displayName="UA Notes" ma:default="" ma:internalName="UANotes" ma:readOnly="false">
      <xsd:simpleType>
        <xsd:restriction base="dms:Note"/>
      </xsd:simpleType>
    </xsd:element>
    <xsd:element name="TPAppVersion" ma:index="132" nillable="true" ma:displayName="Version" ma:default="" ma:internalName="TPAppVersion">
      <xsd:simpleType>
        <xsd:restriction base="dms:Text"/>
      </xsd:simpleType>
    </xsd:element>
    <xsd:element name="VoteCount" ma:index="133" nillable="true" ma:displayName="Vote Count" ma:default="" ma:internalName="VoteCount" ma:readOnly="fals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22" ma:displayName="Content Type"/>
        <xsd:element ref="dc:title" minOccurs="0" maxOccurs="1" ma:index="127"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CDDBB83-77C1-4099-A0AA-289882E745E2}">
  <ds:schemaRefs>
    <ds:schemaRef ds:uri="http://schemas.microsoft.com/office/infopath/2007/PartnerControls"/>
    <ds:schemaRef ds:uri="http://purl.org/dc/dcmitype/"/>
    <ds:schemaRef ds:uri="http://purl.org/dc/elements/1.1/"/>
    <ds:schemaRef ds:uri="4873beb7-5857-4685-be1f-d57550cc96cc"/>
    <ds:schemaRef ds:uri="http://schemas.microsoft.com/office/2006/documentManagement/types"/>
    <ds:schemaRef ds:uri="http://purl.org/dc/terms/"/>
    <ds:schemaRef ds:uri="http://schemas.openxmlformats.org/package/2006/metadata/core-properties"/>
    <ds:schemaRef ds:uri="http://schemas.microsoft.com/office/2006/metadata/properties"/>
    <ds:schemaRef ds:uri="http://www.w3.org/XML/1998/namespace"/>
  </ds:schemaRefs>
</ds:datastoreItem>
</file>

<file path=customXml/itemProps2.xml><?xml version="1.0" encoding="utf-8"?>
<ds:datastoreItem xmlns:ds="http://schemas.openxmlformats.org/officeDocument/2006/customXml" ds:itemID="{561E720F-F05D-4536-9C34-0CFCED65D3B7}">
  <ds:schemaRefs>
    <ds:schemaRef ds:uri="http://schemas.microsoft.com/sharepoint/v3/contenttype/forms"/>
  </ds:schemaRefs>
</ds:datastoreItem>
</file>

<file path=customXml/itemProps3.xml><?xml version="1.0" encoding="utf-8"?>
<ds:datastoreItem xmlns:ds="http://schemas.openxmlformats.org/officeDocument/2006/customXml" ds:itemID="{28C8B9CA-0273-4370-889A-FC05DA5C2FA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873beb7-5857-4685-be1f-d57550cc96c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0</TotalTime>
  <Words>1272</Words>
  <Application>Microsoft Office PowerPoint</Application>
  <PresentationFormat>全屏显示(4:3)</PresentationFormat>
  <Paragraphs>106</Paragraphs>
  <Slides>15</Slides>
  <Notes>1</Notes>
  <HiddenSlides>0</HiddenSlides>
  <MMClips>0</MMClips>
  <ScaleCrop>false</ScaleCrop>
  <HeadingPairs>
    <vt:vector size="8" baseType="variant">
      <vt:variant>
        <vt:lpstr>已用的字体</vt:lpstr>
      </vt:variant>
      <vt:variant>
        <vt:i4>5</vt:i4>
      </vt:variant>
      <vt:variant>
        <vt:lpstr>主题</vt:lpstr>
      </vt:variant>
      <vt:variant>
        <vt:i4>1</vt:i4>
      </vt:variant>
      <vt:variant>
        <vt:lpstr>嵌入 OLE 服务器</vt:lpstr>
      </vt:variant>
      <vt:variant>
        <vt:i4>1</vt:i4>
      </vt:variant>
      <vt:variant>
        <vt:lpstr>幻灯片标题</vt:lpstr>
      </vt:variant>
      <vt:variant>
        <vt:i4>15</vt:i4>
      </vt:variant>
    </vt:vector>
  </HeadingPairs>
  <TitlesOfParts>
    <vt:vector size="22" baseType="lpstr">
      <vt:lpstr>等线</vt:lpstr>
      <vt:lpstr>微软雅黑</vt:lpstr>
      <vt:lpstr>Arial</vt:lpstr>
      <vt:lpstr>Euphemia</vt:lpstr>
      <vt:lpstr>Wingdings</vt:lpstr>
      <vt:lpstr>学术文献 16x9</vt:lpstr>
      <vt:lpstr>Equation</vt:lpstr>
      <vt:lpstr>Compilers</vt:lpstr>
      <vt:lpstr>Grammar Description</vt:lpstr>
      <vt:lpstr>2.0 Why We Need Grammar</vt:lpstr>
      <vt:lpstr>2.1 Some Concepts</vt:lpstr>
      <vt:lpstr>2.2 Context-free Grammar</vt:lpstr>
      <vt:lpstr>2.2 Context-free Grammar – Formal Definition</vt:lpstr>
      <vt:lpstr>2.2 Context-free Grammar – Notational Conventions</vt:lpstr>
      <vt:lpstr>2.2 Context-free Grammar – Notational Conventions</vt:lpstr>
      <vt:lpstr>2.2 Context-free Grammar – Derivations</vt:lpstr>
      <vt:lpstr>2.2 Context-free Grammar – Derivations</vt:lpstr>
      <vt:lpstr>2.2 Context-free Grammar – Derivations</vt:lpstr>
      <vt:lpstr>Parse Tree</vt:lpstr>
      <vt:lpstr>Ambiguity</vt:lpstr>
      <vt:lpstr>An overview of formal languages</vt:lpstr>
      <vt:lpstr>Homework</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2017-04-09T02:54:44Z</dcterms:created>
  <dcterms:modified xsi:type="dcterms:W3CDTF">2020-04-06T07:12:12Z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0x0101006EDDDB5EE6D98C44930B742096920B300400F5B6D36B3EF94B4E9A635CDF2A18F5B8</vt:lpwstr>
  </property>
  <property fmtid="{D5CDD505-2E9C-101B-9397-08002B2CF9AE}" pid="3" name="InternalTags">
    <vt:lpwstr/>
  </property>
  <property fmtid="{D5CDD505-2E9C-101B-9397-08002B2CF9AE}" pid="4" name="FeatureTags">
    <vt:lpwstr/>
  </property>
  <property fmtid="{D5CDD505-2E9C-101B-9397-08002B2CF9AE}" pid="5" name="LocalizationTags">
    <vt:lpwstr/>
  </property>
  <property fmtid="{D5CDD505-2E9C-101B-9397-08002B2CF9AE}" pid="6" name="ScenarioTags">
    <vt:lpwstr/>
  </property>
  <property fmtid="{D5CDD505-2E9C-101B-9397-08002B2CF9AE}" pid="7" name="CampaignTags">
    <vt:lpwstr/>
  </property>
</Properties>
</file>